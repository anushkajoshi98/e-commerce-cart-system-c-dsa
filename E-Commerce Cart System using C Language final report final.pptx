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howGuides="1">
      <p:cViewPr varScale="1">
        <p:scale>
          <a:sx n="80" d="100"/>
          <a:sy n="80" d="100"/>
        </p:scale>
        <p:origin x="1277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23E3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2C282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23E3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2C282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23E3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23E3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0058400" cy="7770495"/>
          </a:xfrm>
          <a:custGeom>
            <a:avLst/>
            <a:gdLst/>
            <a:ahLst/>
            <a:cxnLst/>
            <a:rect l="l" t="t" r="r" b="b"/>
            <a:pathLst>
              <a:path w="10058400" h="7770495">
                <a:moveTo>
                  <a:pt x="10058400" y="0"/>
                </a:moveTo>
                <a:lnTo>
                  <a:pt x="0" y="0"/>
                </a:lnTo>
                <a:lnTo>
                  <a:pt x="0" y="7770114"/>
                </a:lnTo>
                <a:lnTo>
                  <a:pt x="10058400" y="7770114"/>
                </a:lnTo>
                <a:lnTo>
                  <a:pt x="10058400" y="0"/>
                </a:lnTo>
                <a:close/>
              </a:path>
            </a:pathLst>
          </a:custGeom>
          <a:solidFill>
            <a:srgbClr val="FCFB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3238" y="1051478"/>
            <a:ext cx="6750684" cy="998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23E31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3238" y="3402140"/>
            <a:ext cx="8698865" cy="1802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2C2820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54380" y="2409444"/>
            <a:ext cx="8549640" cy="116776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ts val="4550"/>
              </a:lnSpc>
              <a:spcBef>
                <a:spcPts val="10"/>
              </a:spcBef>
            </a:pPr>
            <a:r>
              <a:rPr spc="-170" dirty="0"/>
              <a:t>E-</a:t>
            </a:r>
            <a:r>
              <a:rPr dirty="0"/>
              <a:t>Commerce</a:t>
            </a:r>
            <a:r>
              <a:rPr spc="120" dirty="0"/>
              <a:t> </a:t>
            </a:r>
            <a:r>
              <a:rPr dirty="0"/>
              <a:t>Cart</a:t>
            </a:r>
            <a:r>
              <a:rPr spc="125" dirty="0"/>
              <a:t> </a:t>
            </a:r>
            <a:r>
              <a:rPr spc="60" dirty="0"/>
              <a:t>System</a:t>
            </a:r>
            <a:r>
              <a:rPr spc="120" dirty="0"/>
              <a:t> </a:t>
            </a:r>
            <a:r>
              <a:rPr dirty="0"/>
              <a:t>using</a:t>
            </a:r>
            <a:r>
              <a:rPr spc="125" dirty="0"/>
              <a:t> </a:t>
            </a:r>
            <a:r>
              <a:rPr spc="-50" dirty="0"/>
              <a:t>C </a:t>
            </a:r>
            <a:r>
              <a:rPr spc="-10" dirty="0"/>
              <a:t>Language</a:t>
            </a:r>
            <a:endParaRPr spc="-10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4"/>
          </p:nvPr>
        </p:nvSpPr>
        <p:spPr/>
        <p:txBody>
          <a:bodyPr/>
          <a:p>
            <a:endParaRPr lang="en-US"/>
          </a:p>
        </p:txBody>
      </p:sp>
      <p:sp>
        <p:nvSpPr>
          <p:cNvPr id="3" name="object 3"/>
          <p:cNvSpPr/>
          <p:nvPr/>
        </p:nvSpPr>
        <p:spPr>
          <a:xfrm>
            <a:off x="687322" y="4157471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4">
                <a:moveTo>
                  <a:pt x="33228" y="0"/>
                </a:moveTo>
                <a:lnTo>
                  <a:pt x="25449" y="0"/>
                </a:lnTo>
                <a:lnTo>
                  <a:pt x="21704" y="749"/>
                </a:lnTo>
                <a:lnTo>
                  <a:pt x="0" y="25450"/>
                </a:lnTo>
                <a:lnTo>
                  <a:pt x="0" y="33223"/>
                </a:lnTo>
                <a:lnTo>
                  <a:pt x="25449" y="58674"/>
                </a:lnTo>
                <a:lnTo>
                  <a:pt x="33228" y="58674"/>
                </a:lnTo>
                <a:lnTo>
                  <a:pt x="58672" y="33223"/>
                </a:lnTo>
                <a:lnTo>
                  <a:pt x="58672" y="29337"/>
                </a:lnTo>
                <a:lnTo>
                  <a:pt x="58672" y="25450"/>
                </a:lnTo>
                <a:lnTo>
                  <a:pt x="36969" y="749"/>
                </a:lnTo>
                <a:lnTo>
                  <a:pt x="33228" y="0"/>
                </a:lnTo>
                <a:close/>
              </a:path>
            </a:pathLst>
          </a:custGeom>
          <a:solidFill>
            <a:srgbClr val="2C28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7322" y="4517897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4">
                <a:moveTo>
                  <a:pt x="33228" y="0"/>
                </a:moveTo>
                <a:lnTo>
                  <a:pt x="25449" y="0"/>
                </a:lnTo>
                <a:lnTo>
                  <a:pt x="21704" y="736"/>
                </a:lnTo>
                <a:lnTo>
                  <a:pt x="0" y="25450"/>
                </a:lnTo>
                <a:lnTo>
                  <a:pt x="0" y="33223"/>
                </a:lnTo>
                <a:lnTo>
                  <a:pt x="25449" y="58674"/>
                </a:lnTo>
                <a:lnTo>
                  <a:pt x="33228" y="58674"/>
                </a:lnTo>
                <a:lnTo>
                  <a:pt x="58672" y="33223"/>
                </a:lnTo>
                <a:lnTo>
                  <a:pt x="58672" y="29337"/>
                </a:lnTo>
                <a:lnTo>
                  <a:pt x="58672" y="25450"/>
                </a:lnTo>
                <a:lnTo>
                  <a:pt x="36969" y="736"/>
                </a:lnTo>
                <a:lnTo>
                  <a:pt x="33228" y="0"/>
                </a:lnTo>
                <a:close/>
              </a:path>
            </a:pathLst>
          </a:custGeom>
          <a:solidFill>
            <a:srgbClr val="2C28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84886" y="4874133"/>
            <a:ext cx="67054" cy="670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886" y="5234558"/>
            <a:ext cx="67054" cy="670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886" y="5594984"/>
            <a:ext cx="67054" cy="670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33238" y="3541183"/>
            <a:ext cx="315976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Project-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Based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Learning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(PBL)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Report</a:t>
            </a:r>
            <a:endParaRPr sz="1450">
              <a:latin typeface="Cambria" panose="02040503050406030204"/>
              <a:cs typeface="Cambria" panose="02040503050406030204"/>
            </a:endParaRPr>
          </a:p>
          <a:p>
            <a:pPr marL="307340" marR="576580" algn="just">
              <a:lnSpc>
                <a:spcPct val="163000"/>
              </a:lnSpc>
              <a:spcBef>
                <a:spcPts val="1125"/>
              </a:spcBef>
            </a:pPr>
            <a:r>
              <a:rPr sz="1450" spc="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Programming</a:t>
            </a:r>
            <a:r>
              <a:rPr sz="1450" spc="229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Language:</a:t>
            </a:r>
            <a:r>
              <a:rPr sz="1450" spc="229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Data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Structures:</a:t>
            </a:r>
            <a:endParaRPr sz="1450">
              <a:latin typeface="Cambria" panose="02040503050406030204"/>
              <a:cs typeface="Cambria" panose="02040503050406030204"/>
            </a:endParaRPr>
          </a:p>
          <a:p>
            <a:pPr marL="602615" marR="1600835" algn="just">
              <a:lnSpc>
                <a:spcPct val="163000"/>
              </a:lnSpc>
            </a:pP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Table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Linked</a:t>
            </a:r>
            <a:r>
              <a:rPr sz="1450" spc="3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List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0058400" cy="23050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3238" y="2778170"/>
            <a:ext cx="3895090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1.</a:t>
            </a:r>
            <a:r>
              <a:rPr spc="-185" dirty="0"/>
              <a:t> </a:t>
            </a:r>
            <a:r>
              <a:rPr spc="-90" dirty="0"/>
              <a:t>INTRODUCTION</a:t>
            </a:r>
            <a:endParaRPr spc="-90" dirty="0"/>
          </a:p>
        </p:txBody>
      </p:sp>
      <p:sp>
        <p:nvSpPr>
          <p:cNvPr id="4" name="object 4"/>
          <p:cNvSpPr/>
          <p:nvPr/>
        </p:nvSpPr>
        <p:spPr>
          <a:xfrm>
            <a:off x="687322" y="6102096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4">
                <a:moveTo>
                  <a:pt x="33228" y="0"/>
                </a:moveTo>
                <a:lnTo>
                  <a:pt x="25449" y="0"/>
                </a:lnTo>
                <a:lnTo>
                  <a:pt x="21704" y="749"/>
                </a:lnTo>
                <a:lnTo>
                  <a:pt x="0" y="25450"/>
                </a:lnTo>
                <a:lnTo>
                  <a:pt x="0" y="33223"/>
                </a:lnTo>
                <a:lnTo>
                  <a:pt x="25449" y="58674"/>
                </a:lnTo>
                <a:lnTo>
                  <a:pt x="33228" y="58674"/>
                </a:lnTo>
                <a:lnTo>
                  <a:pt x="58672" y="33223"/>
                </a:lnTo>
                <a:lnTo>
                  <a:pt x="58672" y="29337"/>
                </a:lnTo>
                <a:lnTo>
                  <a:pt x="58672" y="25450"/>
                </a:lnTo>
                <a:lnTo>
                  <a:pt x="36969" y="749"/>
                </a:lnTo>
                <a:lnTo>
                  <a:pt x="33228" y="0"/>
                </a:lnTo>
                <a:close/>
              </a:path>
            </a:pathLst>
          </a:custGeom>
          <a:solidFill>
            <a:srgbClr val="2C28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7322" y="6462521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4">
                <a:moveTo>
                  <a:pt x="33228" y="0"/>
                </a:moveTo>
                <a:lnTo>
                  <a:pt x="25449" y="0"/>
                </a:lnTo>
                <a:lnTo>
                  <a:pt x="21704" y="736"/>
                </a:lnTo>
                <a:lnTo>
                  <a:pt x="0" y="25450"/>
                </a:lnTo>
                <a:lnTo>
                  <a:pt x="0" y="33223"/>
                </a:lnTo>
                <a:lnTo>
                  <a:pt x="25449" y="58675"/>
                </a:lnTo>
                <a:lnTo>
                  <a:pt x="33228" y="58675"/>
                </a:lnTo>
                <a:lnTo>
                  <a:pt x="58672" y="33223"/>
                </a:lnTo>
                <a:lnTo>
                  <a:pt x="58672" y="29337"/>
                </a:lnTo>
                <a:lnTo>
                  <a:pt x="58672" y="25450"/>
                </a:lnTo>
                <a:lnTo>
                  <a:pt x="36969" y="736"/>
                </a:lnTo>
                <a:lnTo>
                  <a:pt x="33228" y="0"/>
                </a:lnTo>
                <a:close/>
              </a:path>
            </a:pathLst>
          </a:custGeom>
          <a:solidFill>
            <a:srgbClr val="2C28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7322" y="6822945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4">
                <a:moveTo>
                  <a:pt x="33228" y="0"/>
                </a:moveTo>
                <a:lnTo>
                  <a:pt x="25449" y="0"/>
                </a:lnTo>
                <a:lnTo>
                  <a:pt x="21704" y="744"/>
                </a:lnTo>
                <a:lnTo>
                  <a:pt x="0" y="25449"/>
                </a:lnTo>
                <a:lnTo>
                  <a:pt x="0" y="33228"/>
                </a:lnTo>
                <a:lnTo>
                  <a:pt x="25449" y="58674"/>
                </a:lnTo>
                <a:lnTo>
                  <a:pt x="33228" y="58674"/>
                </a:lnTo>
                <a:lnTo>
                  <a:pt x="58672" y="33228"/>
                </a:lnTo>
                <a:lnTo>
                  <a:pt x="58672" y="29339"/>
                </a:lnTo>
                <a:lnTo>
                  <a:pt x="58672" y="25449"/>
                </a:lnTo>
                <a:lnTo>
                  <a:pt x="36969" y="744"/>
                </a:lnTo>
                <a:lnTo>
                  <a:pt x="33228" y="0"/>
                </a:lnTo>
                <a:close/>
              </a:path>
            </a:pathLst>
          </a:custGeom>
          <a:solidFill>
            <a:srgbClr val="2C28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33238" y="3683677"/>
            <a:ext cx="8742045" cy="377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Online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shopping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become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essential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modern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retail.</a:t>
            </a:r>
            <a:endParaRPr sz="1450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450" dirty="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E-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commerce</a:t>
            </a:r>
            <a:r>
              <a:rPr sz="1450" spc="1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platforms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require</a:t>
            </a:r>
            <a:r>
              <a:rPr sz="1450" spc="1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efficient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1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management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systems.</a:t>
            </a:r>
            <a:endParaRPr sz="1450" dirty="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3000"/>
              </a:lnSpc>
              <a:spcBef>
                <a:spcPts val="1650"/>
              </a:spcBef>
            </a:pP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This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project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implements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basic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E-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Commerce 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System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language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demonstrate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practical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use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data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structures.</a:t>
            </a:r>
            <a:endParaRPr sz="1450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450" dirty="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system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uses:</a:t>
            </a:r>
            <a:endParaRPr sz="1450" dirty="0">
              <a:latin typeface="Cambria" panose="02040503050406030204"/>
              <a:cs typeface="Cambria" panose="02040503050406030204"/>
            </a:endParaRPr>
          </a:p>
          <a:p>
            <a:pPr marL="307340" marR="5630545">
              <a:lnSpc>
                <a:spcPct val="163000"/>
              </a:lnSpc>
              <a:spcBef>
                <a:spcPts val="1125"/>
              </a:spcBef>
            </a:pP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Table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storage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Linked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List</a:t>
            </a:r>
            <a:r>
              <a:rPr sz="1450" spc="2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2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management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undo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functionality</a:t>
            </a:r>
            <a:endParaRPr sz="1450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450" dirty="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145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3238" y="2635676"/>
            <a:ext cx="2713990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15" dirty="0"/>
              <a:t>2.</a:t>
            </a:r>
            <a:r>
              <a:rPr spc="-65" dirty="0"/>
              <a:t> </a:t>
            </a:r>
            <a:r>
              <a:rPr spc="-85" dirty="0"/>
              <a:t>ABSTRACT</a:t>
            </a:r>
            <a:endParaRPr spc="-85" dirty="0"/>
          </a:p>
        </p:txBody>
      </p:sp>
      <p:sp>
        <p:nvSpPr>
          <p:cNvPr id="3" name="object 3"/>
          <p:cNvSpPr txBox="1"/>
          <p:nvPr/>
        </p:nvSpPr>
        <p:spPr>
          <a:xfrm>
            <a:off x="633238" y="3561401"/>
            <a:ext cx="8679180" cy="15011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34000"/>
              </a:lnSpc>
              <a:spcBef>
                <a:spcPts val="80"/>
              </a:spcBef>
            </a:pP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This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project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aims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design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implement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E-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Commerce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System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language.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system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demonstrates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practical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application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three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fundamental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data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structures: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Table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efficient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lookup,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Linked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List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dynamic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management,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implementing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undo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functionality.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project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focuses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on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core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data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structure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concepts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without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databases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or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web</a:t>
            </a:r>
            <a:r>
              <a:rPr sz="1450" spc="1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technologies.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endParaRPr sz="145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56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4" dirty="0"/>
              <a:t>3.</a:t>
            </a:r>
            <a:r>
              <a:rPr spc="-35" dirty="0"/>
              <a:t> </a:t>
            </a:r>
            <a:r>
              <a:rPr spc="-180" dirty="0"/>
              <a:t>PROJECT</a:t>
            </a:r>
            <a:r>
              <a:rPr spc="-40" dirty="0"/>
              <a:t> </a:t>
            </a:r>
            <a:r>
              <a:rPr spc="-70" dirty="0"/>
              <a:t>APPROACH</a:t>
            </a:r>
            <a:endParaRPr spc="-70" dirty="0"/>
          </a:p>
        </p:txBody>
      </p:sp>
      <p:sp>
        <p:nvSpPr>
          <p:cNvPr id="3" name="object 3"/>
          <p:cNvSpPr/>
          <p:nvPr/>
        </p:nvSpPr>
        <p:spPr>
          <a:xfrm>
            <a:off x="645412" y="3252215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3238" y="3369269"/>
            <a:ext cx="4243705" cy="9721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Hash</a:t>
            </a:r>
            <a:r>
              <a:rPr sz="1800" spc="-8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Table</a:t>
            </a:r>
            <a:r>
              <a:rPr sz="1800" spc="-8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Implementation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3000"/>
              </a:lnSpc>
              <a:spcBef>
                <a:spcPts val="655"/>
              </a:spcBef>
            </a:pP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Store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details</a:t>
            </a:r>
            <a:r>
              <a:rPr sz="1450" spc="1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(ID,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name,</a:t>
            </a:r>
            <a:r>
              <a:rPr sz="1450" spc="1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price)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1450" spc="1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O(1)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lookup.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3238" y="2468288"/>
            <a:ext cx="4692650" cy="716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Create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structured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approach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4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key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points:</a:t>
            </a:r>
            <a:endParaRPr sz="145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255"/>
              </a:spcBef>
            </a:pPr>
            <a:endParaRPr sz="1450">
              <a:latin typeface="Cambria" panose="02040503050406030204"/>
              <a:cs typeface="Cambria" panose="02040503050406030204"/>
            </a:endParaRPr>
          </a:p>
          <a:p>
            <a:pPr marL="13970">
              <a:lnSpc>
                <a:spcPct val="100000"/>
              </a:lnSpc>
              <a:tabLst>
                <a:tab pos="4480560" algn="l"/>
              </a:tabLst>
            </a:pPr>
            <a:r>
              <a:rPr sz="145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01</a:t>
            </a:r>
            <a:r>
              <a:rPr sz="14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	</a:t>
            </a:r>
            <a:r>
              <a:rPr sz="1450" spc="-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02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21402" y="3252215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08702" y="3369269"/>
            <a:ext cx="4266565" cy="9721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Linked</a:t>
            </a:r>
            <a:r>
              <a:rPr sz="1800" spc="-1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List</a:t>
            </a:r>
            <a:r>
              <a:rPr sz="1800" spc="-1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for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Cart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3000"/>
              </a:lnSpc>
              <a:spcBef>
                <a:spcPts val="655"/>
              </a:spcBef>
            </a:pP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Dynamically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manage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items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add/remove </a:t>
            </a:r>
            <a:r>
              <a:rPr sz="1450" spc="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operations.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6694" y="4681133"/>
            <a:ext cx="22352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4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03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5412" y="4987288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33238" y="5104343"/>
            <a:ext cx="4283710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Stack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for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Undo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3000"/>
              </a:lnSpc>
              <a:spcBef>
                <a:spcPts val="720"/>
              </a:spcBef>
            </a:pP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Store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removed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items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enable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undo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functionality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1450" spc="1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LIFO</a:t>
            </a:r>
            <a:r>
              <a:rPr sz="1450" spc="1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principle.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01238" y="4681133"/>
            <a:ext cx="22479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04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21402" y="4987288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108702" y="5104343"/>
            <a:ext cx="3731260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Modular</a:t>
            </a:r>
            <a:r>
              <a:rPr sz="1800" spc="-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1800" spc="-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Functions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3000"/>
              </a:lnSpc>
              <a:spcBef>
                <a:spcPts val="720"/>
              </a:spcBef>
            </a:pP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Separate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functions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each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operation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(add,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remove,</a:t>
            </a:r>
            <a:r>
              <a:rPr sz="1450" spc="1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display,</a:t>
            </a:r>
            <a:r>
              <a:rPr sz="1450" spc="1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checkout).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73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20" dirty="0"/>
              <a:t>4.</a:t>
            </a:r>
            <a:r>
              <a:rPr spc="-40" dirty="0"/>
              <a:t> </a:t>
            </a:r>
            <a:r>
              <a:rPr spc="-140" dirty="0"/>
              <a:t>CHALLENGES</a:t>
            </a:r>
            <a:r>
              <a:rPr spc="-40" dirty="0"/>
              <a:t> </a:t>
            </a:r>
            <a:r>
              <a:rPr spc="-270" dirty="0"/>
              <a:t>/</a:t>
            </a:r>
            <a:r>
              <a:rPr spc="-40" dirty="0"/>
              <a:t> </a:t>
            </a:r>
            <a:r>
              <a:rPr spc="-60" dirty="0"/>
              <a:t>ROADBLOCKS</a:t>
            </a:r>
            <a:endParaRPr spc="-60" dirty="0"/>
          </a:p>
        </p:txBody>
      </p:sp>
      <p:grpSp>
        <p:nvGrpSpPr>
          <p:cNvPr id="3" name="object 3"/>
          <p:cNvGrpSpPr/>
          <p:nvPr/>
        </p:nvGrpSpPr>
        <p:grpSpPr>
          <a:xfrm>
            <a:off x="645412" y="2179319"/>
            <a:ext cx="4291965" cy="2238375"/>
            <a:chOff x="645412" y="2179319"/>
            <a:chExt cx="4291965" cy="2238375"/>
          </a:xfrm>
        </p:grpSpPr>
        <p:sp>
          <p:nvSpPr>
            <p:cNvPr id="4" name="object 4"/>
            <p:cNvSpPr/>
            <p:nvPr/>
          </p:nvSpPr>
          <p:spPr>
            <a:xfrm>
              <a:off x="657989" y="2455925"/>
              <a:ext cx="4266565" cy="1948814"/>
            </a:xfrm>
            <a:custGeom>
              <a:avLst/>
              <a:gdLst/>
              <a:ahLst/>
              <a:cxnLst/>
              <a:rect l="l" t="t" r="r" b="b"/>
              <a:pathLst>
                <a:path w="4266565" h="1948814">
                  <a:moveTo>
                    <a:pt x="4184203" y="0"/>
                  </a:moveTo>
                  <a:lnTo>
                    <a:pt x="82232" y="0"/>
                  </a:lnTo>
                  <a:lnTo>
                    <a:pt x="76507" y="647"/>
                  </a:lnTo>
                  <a:lnTo>
                    <a:pt x="34309" y="20624"/>
                  </a:lnTo>
                  <a:lnTo>
                    <a:pt x="8909" y="55994"/>
                  </a:lnTo>
                  <a:lnTo>
                    <a:pt x="0" y="93980"/>
                  </a:lnTo>
                  <a:lnTo>
                    <a:pt x="0" y="1938324"/>
                  </a:lnTo>
                  <a:lnTo>
                    <a:pt x="0" y="1941220"/>
                  </a:lnTo>
                  <a:lnTo>
                    <a:pt x="1021" y="1943696"/>
                  </a:lnTo>
                  <a:lnTo>
                    <a:pt x="5119" y="1947786"/>
                  </a:lnTo>
                  <a:lnTo>
                    <a:pt x="7594" y="1948815"/>
                  </a:lnTo>
                  <a:lnTo>
                    <a:pt x="4258840" y="1948815"/>
                  </a:lnTo>
                  <a:lnTo>
                    <a:pt x="4261304" y="1947786"/>
                  </a:lnTo>
                  <a:lnTo>
                    <a:pt x="4265406" y="1943696"/>
                  </a:lnTo>
                  <a:lnTo>
                    <a:pt x="4266435" y="1941220"/>
                  </a:lnTo>
                  <a:lnTo>
                    <a:pt x="4266435" y="93980"/>
                  </a:lnTo>
                  <a:lnTo>
                    <a:pt x="4257520" y="55994"/>
                  </a:lnTo>
                  <a:lnTo>
                    <a:pt x="4232120" y="20624"/>
                  </a:lnTo>
                  <a:lnTo>
                    <a:pt x="4189930" y="647"/>
                  </a:lnTo>
                  <a:lnTo>
                    <a:pt x="4184203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5401" y="2456294"/>
              <a:ext cx="4291965" cy="1961514"/>
            </a:xfrm>
            <a:custGeom>
              <a:avLst/>
              <a:gdLst/>
              <a:ahLst/>
              <a:cxnLst/>
              <a:rect l="l" t="t" r="r" b="b"/>
              <a:pathLst>
                <a:path w="4291965" h="1961514">
                  <a:moveTo>
                    <a:pt x="4291584" y="100228"/>
                  </a:moveTo>
                  <a:lnTo>
                    <a:pt x="4283926" y="61734"/>
                  </a:lnTo>
                  <a:lnTo>
                    <a:pt x="4262120" y="29108"/>
                  </a:lnTo>
                  <a:lnTo>
                    <a:pt x="4229493" y="7302"/>
                  </a:lnTo>
                  <a:lnTo>
                    <a:pt x="4200906" y="114"/>
                  </a:lnTo>
                  <a:lnTo>
                    <a:pt x="4199001" y="114"/>
                  </a:lnTo>
                  <a:lnTo>
                    <a:pt x="4205719" y="1549"/>
                  </a:lnTo>
                  <a:lnTo>
                    <a:pt x="4212869" y="3949"/>
                  </a:lnTo>
                  <a:lnTo>
                    <a:pt x="4244340" y="29108"/>
                  </a:lnTo>
                  <a:lnTo>
                    <a:pt x="4263212" y="71069"/>
                  </a:lnTo>
                  <a:lnTo>
                    <a:pt x="4266438" y="100228"/>
                  </a:lnTo>
                  <a:lnTo>
                    <a:pt x="4266438" y="1935873"/>
                  </a:lnTo>
                  <a:lnTo>
                    <a:pt x="25146" y="1935873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935873"/>
                  </a:lnTo>
                  <a:lnTo>
                    <a:pt x="0" y="1944331"/>
                  </a:lnTo>
                  <a:lnTo>
                    <a:pt x="2260" y="1949767"/>
                  </a:lnTo>
                  <a:lnTo>
                    <a:pt x="7175" y="1954695"/>
                  </a:lnTo>
                  <a:lnTo>
                    <a:pt x="11264" y="1958784"/>
                  </a:lnTo>
                  <a:lnTo>
                    <a:pt x="16700" y="1961032"/>
                  </a:lnTo>
                  <a:lnTo>
                    <a:pt x="4274883" y="1961032"/>
                  </a:lnTo>
                  <a:lnTo>
                    <a:pt x="4280319" y="1958784"/>
                  </a:lnTo>
                  <a:lnTo>
                    <a:pt x="4284408" y="1954695"/>
                  </a:lnTo>
                  <a:lnTo>
                    <a:pt x="4289336" y="1949767"/>
                  </a:lnTo>
                  <a:lnTo>
                    <a:pt x="4291584" y="1944331"/>
                  </a:lnTo>
                  <a:lnTo>
                    <a:pt x="4291584" y="1935873"/>
                  </a:lnTo>
                  <a:lnTo>
                    <a:pt x="4291584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45401" y="2179319"/>
              <a:ext cx="4291965" cy="553720"/>
            </a:xfrm>
            <a:custGeom>
              <a:avLst/>
              <a:gdLst/>
              <a:ahLst/>
              <a:cxnLst/>
              <a:rect l="l" t="t" r="r" b="b"/>
              <a:pathLst>
                <a:path w="4291965" h="553719">
                  <a:moveTo>
                    <a:pt x="4291596" y="271462"/>
                  </a:moveTo>
                  <a:lnTo>
                    <a:pt x="4271581" y="251460"/>
                  </a:lnTo>
                  <a:lnTo>
                    <a:pt x="2421051" y="251460"/>
                  </a:lnTo>
                  <a:lnTo>
                    <a:pt x="2420886" y="249491"/>
                  </a:lnTo>
                  <a:lnTo>
                    <a:pt x="2413927" y="209397"/>
                  </a:lnTo>
                  <a:lnTo>
                    <a:pt x="2401163" y="170751"/>
                  </a:lnTo>
                  <a:lnTo>
                    <a:pt x="2382850" y="134404"/>
                  </a:lnTo>
                  <a:lnTo>
                    <a:pt x="2359431" y="101130"/>
                  </a:lnTo>
                  <a:lnTo>
                    <a:pt x="2331364" y="71653"/>
                  </a:lnTo>
                  <a:lnTo>
                    <a:pt x="2299284" y="46621"/>
                  </a:lnTo>
                  <a:lnTo>
                    <a:pt x="2263864" y="26568"/>
                  </a:lnTo>
                  <a:lnTo>
                    <a:pt x="2225903" y="11912"/>
                  </a:lnTo>
                  <a:lnTo>
                    <a:pt x="2186190" y="2997"/>
                  </a:lnTo>
                  <a:lnTo>
                    <a:pt x="2145601" y="0"/>
                  </a:lnTo>
                  <a:lnTo>
                    <a:pt x="2138807" y="88"/>
                  </a:lnTo>
                  <a:lnTo>
                    <a:pt x="2098319" y="4076"/>
                  </a:lnTo>
                  <a:lnTo>
                    <a:pt x="2058835" y="13970"/>
                  </a:lnTo>
                  <a:lnTo>
                    <a:pt x="2021243" y="29540"/>
                  </a:lnTo>
                  <a:lnTo>
                    <a:pt x="1986330" y="50469"/>
                  </a:lnTo>
                  <a:lnTo>
                    <a:pt x="1954872" y="76276"/>
                  </a:lnTo>
                  <a:lnTo>
                    <a:pt x="1927542" y="106438"/>
                  </a:lnTo>
                  <a:lnTo>
                    <a:pt x="1904936" y="140271"/>
                  </a:lnTo>
                  <a:lnTo>
                    <a:pt x="1887537" y="177063"/>
                  </a:lnTo>
                  <a:lnTo>
                    <a:pt x="1875713" y="216001"/>
                  </a:lnTo>
                  <a:lnTo>
                    <a:pt x="1870151" y="251460"/>
                  </a:lnTo>
                  <a:lnTo>
                    <a:pt x="20015" y="251460"/>
                  </a:lnTo>
                  <a:lnTo>
                    <a:pt x="0" y="271462"/>
                  </a:lnTo>
                  <a:lnTo>
                    <a:pt x="0" y="352044"/>
                  </a:lnTo>
                  <a:lnTo>
                    <a:pt x="1879485" y="352044"/>
                  </a:lnTo>
                  <a:lnTo>
                    <a:pt x="1880908" y="356908"/>
                  </a:lnTo>
                  <a:lnTo>
                    <a:pt x="1895551" y="394881"/>
                  </a:lnTo>
                  <a:lnTo>
                    <a:pt x="1915604" y="430276"/>
                  </a:lnTo>
                  <a:lnTo>
                    <a:pt x="1940648" y="462368"/>
                  </a:lnTo>
                  <a:lnTo>
                    <a:pt x="1970112" y="490423"/>
                  </a:lnTo>
                  <a:lnTo>
                    <a:pt x="2003399" y="513867"/>
                  </a:lnTo>
                  <a:lnTo>
                    <a:pt x="2039759" y="532155"/>
                  </a:lnTo>
                  <a:lnTo>
                    <a:pt x="2078393" y="544918"/>
                  </a:lnTo>
                  <a:lnTo>
                    <a:pt x="2118499" y="551878"/>
                  </a:lnTo>
                  <a:lnTo>
                    <a:pt x="2145601" y="553212"/>
                  </a:lnTo>
                  <a:lnTo>
                    <a:pt x="2152383" y="553135"/>
                  </a:lnTo>
                  <a:lnTo>
                    <a:pt x="2192896" y="549135"/>
                  </a:lnTo>
                  <a:lnTo>
                    <a:pt x="2232368" y="539254"/>
                  </a:lnTo>
                  <a:lnTo>
                    <a:pt x="2269972" y="523684"/>
                  </a:lnTo>
                  <a:lnTo>
                    <a:pt x="2304872" y="502754"/>
                  </a:lnTo>
                  <a:lnTo>
                    <a:pt x="2336330" y="476948"/>
                  </a:lnTo>
                  <a:lnTo>
                    <a:pt x="2363660" y="446786"/>
                  </a:lnTo>
                  <a:lnTo>
                    <a:pt x="2386266" y="412953"/>
                  </a:lnTo>
                  <a:lnTo>
                    <a:pt x="2403678" y="376161"/>
                  </a:lnTo>
                  <a:lnTo>
                    <a:pt x="2411704" y="352044"/>
                  </a:lnTo>
                  <a:lnTo>
                    <a:pt x="4291596" y="352044"/>
                  </a:lnTo>
                  <a:lnTo>
                    <a:pt x="4291596" y="271462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731160" y="2297211"/>
            <a:ext cx="1206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2918" y="2891495"/>
            <a:ext cx="3695700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Manual</a:t>
            </a:r>
            <a:r>
              <a:rPr sz="1800" spc="-8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Hash</a:t>
            </a:r>
            <a:r>
              <a:rPr sz="1800" spc="-8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Table</a:t>
            </a:r>
            <a:r>
              <a:rPr sz="1800" spc="-8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Implementation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125730">
              <a:lnSpc>
                <a:spcPct val="133000"/>
              </a:lnSpc>
              <a:spcBef>
                <a:spcPts val="720"/>
              </a:spcBef>
            </a:pP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Implementing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collision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handling</a:t>
            </a:r>
            <a:r>
              <a:rPr sz="1450" spc="1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1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1450" spc="1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without</a:t>
            </a:r>
            <a:r>
              <a:rPr sz="1450" spc="1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built-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1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libraries.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21401" y="2179319"/>
            <a:ext cx="4291965" cy="2238375"/>
            <a:chOff x="5121401" y="2179319"/>
            <a:chExt cx="4291965" cy="2238375"/>
          </a:xfrm>
        </p:grpSpPr>
        <p:sp>
          <p:nvSpPr>
            <p:cNvPr id="10" name="object 10"/>
            <p:cNvSpPr/>
            <p:nvPr/>
          </p:nvSpPr>
          <p:spPr>
            <a:xfrm>
              <a:off x="5133975" y="2455925"/>
              <a:ext cx="4266565" cy="1948814"/>
            </a:xfrm>
            <a:custGeom>
              <a:avLst/>
              <a:gdLst/>
              <a:ahLst/>
              <a:cxnLst/>
              <a:rect l="l" t="t" r="r" b="b"/>
              <a:pathLst>
                <a:path w="4266565" h="1948814">
                  <a:moveTo>
                    <a:pt x="4184205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15" y="20624"/>
                  </a:lnTo>
                  <a:lnTo>
                    <a:pt x="8915" y="55994"/>
                  </a:lnTo>
                  <a:lnTo>
                    <a:pt x="0" y="93980"/>
                  </a:lnTo>
                  <a:lnTo>
                    <a:pt x="0" y="1938324"/>
                  </a:lnTo>
                  <a:lnTo>
                    <a:pt x="0" y="1941220"/>
                  </a:lnTo>
                  <a:lnTo>
                    <a:pt x="1016" y="1943696"/>
                  </a:lnTo>
                  <a:lnTo>
                    <a:pt x="5130" y="1947786"/>
                  </a:lnTo>
                  <a:lnTo>
                    <a:pt x="7594" y="1948815"/>
                  </a:lnTo>
                  <a:lnTo>
                    <a:pt x="4258843" y="1948815"/>
                  </a:lnTo>
                  <a:lnTo>
                    <a:pt x="4261307" y="1947786"/>
                  </a:lnTo>
                  <a:lnTo>
                    <a:pt x="4265409" y="1943696"/>
                  </a:lnTo>
                  <a:lnTo>
                    <a:pt x="4266438" y="1941220"/>
                  </a:lnTo>
                  <a:lnTo>
                    <a:pt x="4266438" y="93980"/>
                  </a:lnTo>
                  <a:lnTo>
                    <a:pt x="4257522" y="55994"/>
                  </a:lnTo>
                  <a:lnTo>
                    <a:pt x="4232122" y="20624"/>
                  </a:lnTo>
                  <a:lnTo>
                    <a:pt x="4189933" y="647"/>
                  </a:lnTo>
                  <a:lnTo>
                    <a:pt x="4184205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121389" y="2456294"/>
              <a:ext cx="4291965" cy="1961514"/>
            </a:xfrm>
            <a:custGeom>
              <a:avLst/>
              <a:gdLst/>
              <a:ahLst/>
              <a:cxnLst/>
              <a:rect l="l" t="t" r="r" b="b"/>
              <a:pathLst>
                <a:path w="4291965" h="1961514">
                  <a:moveTo>
                    <a:pt x="4291584" y="100228"/>
                  </a:moveTo>
                  <a:lnTo>
                    <a:pt x="4283926" y="61734"/>
                  </a:lnTo>
                  <a:lnTo>
                    <a:pt x="4262120" y="29108"/>
                  </a:lnTo>
                  <a:lnTo>
                    <a:pt x="4229493" y="7302"/>
                  </a:lnTo>
                  <a:lnTo>
                    <a:pt x="4200906" y="114"/>
                  </a:lnTo>
                  <a:lnTo>
                    <a:pt x="4199001" y="114"/>
                  </a:lnTo>
                  <a:lnTo>
                    <a:pt x="4205719" y="1549"/>
                  </a:lnTo>
                  <a:lnTo>
                    <a:pt x="4212869" y="3949"/>
                  </a:lnTo>
                  <a:lnTo>
                    <a:pt x="4244340" y="29108"/>
                  </a:lnTo>
                  <a:lnTo>
                    <a:pt x="4263212" y="71069"/>
                  </a:lnTo>
                  <a:lnTo>
                    <a:pt x="4266438" y="100228"/>
                  </a:lnTo>
                  <a:lnTo>
                    <a:pt x="4266438" y="1935873"/>
                  </a:lnTo>
                  <a:lnTo>
                    <a:pt x="25146" y="1935873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935873"/>
                  </a:lnTo>
                  <a:lnTo>
                    <a:pt x="0" y="1944331"/>
                  </a:lnTo>
                  <a:lnTo>
                    <a:pt x="2247" y="1949767"/>
                  </a:lnTo>
                  <a:lnTo>
                    <a:pt x="7175" y="1954695"/>
                  </a:lnTo>
                  <a:lnTo>
                    <a:pt x="11264" y="1958784"/>
                  </a:lnTo>
                  <a:lnTo>
                    <a:pt x="16700" y="1961032"/>
                  </a:lnTo>
                  <a:lnTo>
                    <a:pt x="4274883" y="1961032"/>
                  </a:lnTo>
                  <a:lnTo>
                    <a:pt x="4280319" y="1958784"/>
                  </a:lnTo>
                  <a:lnTo>
                    <a:pt x="4284408" y="1954695"/>
                  </a:lnTo>
                  <a:lnTo>
                    <a:pt x="4289336" y="1949767"/>
                  </a:lnTo>
                  <a:lnTo>
                    <a:pt x="4291584" y="1944331"/>
                  </a:lnTo>
                  <a:lnTo>
                    <a:pt x="4291584" y="1935873"/>
                  </a:lnTo>
                  <a:lnTo>
                    <a:pt x="4291584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121402" y="2179319"/>
              <a:ext cx="4291965" cy="553720"/>
            </a:xfrm>
            <a:custGeom>
              <a:avLst/>
              <a:gdLst/>
              <a:ahLst/>
              <a:cxnLst/>
              <a:rect l="l" t="t" r="r" b="b"/>
              <a:pathLst>
                <a:path w="4291965" h="553719">
                  <a:moveTo>
                    <a:pt x="4291584" y="271462"/>
                  </a:moveTo>
                  <a:lnTo>
                    <a:pt x="4271569" y="251460"/>
                  </a:lnTo>
                  <a:lnTo>
                    <a:pt x="2421039" y="251460"/>
                  </a:lnTo>
                  <a:lnTo>
                    <a:pt x="2420874" y="249491"/>
                  </a:lnTo>
                  <a:lnTo>
                    <a:pt x="2413914" y="209397"/>
                  </a:lnTo>
                  <a:lnTo>
                    <a:pt x="2401151" y="170751"/>
                  </a:lnTo>
                  <a:lnTo>
                    <a:pt x="2382850" y="134404"/>
                  </a:lnTo>
                  <a:lnTo>
                    <a:pt x="2359418" y="101130"/>
                  </a:lnTo>
                  <a:lnTo>
                    <a:pt x="2331351" y="71653"/>
                  </a:lnTo>
                  <a:lnTo>
                    <a:pt x="2299271" y="46621"/>
                  </a:lnTo>
                  <a:lnTo>
                    <a:pt x="2263851" y="26568"/>
                  </a:lnTo>
                  <a:lnTo>
                    <a:pt x="2225891" y="11912"/>
                  </a:lnTo>
                  <a:lnTo>
                    <a:pt x="2186178" y="2997"/>
                  </a:lnTo>
                  <a:lnTo>
                    <a:pt x="2145601" y="0"/>
                  </a:lnTo>
                  <a:lnTo>
                    <a:pt x="2138807" y="88"/>
                  </a:lnTo>
                  <a:lnTo>
                    <a:pt x="2098294" y="4076"/>
                  </a:lnTo>
                  <a:lnTo>
                    <a:pt x="2058822" y="13970"/>
                  </a:lnTo>
                  <a:lnTo>
                    <a:pt x="2021230" y="29540"/>
                  </a:lnTo>
                  <a:lnTo>
                    <a:pt x="1986318" y="50469"/>
                  </a:lnTo>
                  <a:lnTo>
                    <a:pt x="1954860" y="76276"/>
                  </a:lnTo>
                  <a:lnTo>
                    <a:pt x="1927529" y="106438"/>
                  </a:lnTo>
                  <a:lnTo>
                    <a:pt x="1904911" y="140271"/>
                  </a:lnTo>
                  <a:lnTo>
                    <a:pt x="1887512" y="177063"/>
                  </a:lnTo>
                  <a:lnTo>
                    <a:pt x="1875701" y="216001"/>
                  </a:lnTo>
                  <a:lnTo>
                    <a:pt x="1870138" y="251460"/>
                  </a:lnTo>
                  <a:lnTo>
                    <a:pt x="20015" y="251460"/>
                  </a:lnTo>
                  <a:lnTo>
                    <a:pt x="0" y="271462"/>
                  </a:lnTo>
                  <a:lnTo>
                    <a:pt x="0" y="352044"/>
                  </a:lnTo>
                  <a:lnTo>
                    <a:pt x="1879485" y="352044"/>
                  </a:lnTo>
                  <a:lnTo>
                    <a:pt x="1880908" y="356908"/>
                  </a:lnTo>
                  <a:lnTo>
                    <a:pt x="1895538" y="394881"/>
                  </a:lnTo>
                  <a:lnTo>
                    <a:pt x="1915591" y="430276"/>
                  </a:lnTo>
                  <a:lnTo>
                    <a:pt x="1940636" y="462368"/>
                  </a:lnTo>
                  <a:lnTo>
                    <a:pt x="1970125" y="490423"/>
                  </a:lnTo>
                  <a:lnTo>
                    <a:pt x="2003386" y="513867"/>
                  </a:lnTo>
                  <a:lnTo>
                    <a:pt x="2039734" y="532155"/>
                  </a:lnTo>
                  <a:lnTo>
                    <a:pt x="2078380" y="544918"/>
                  </a:lnTo>
                  <a:lnTo>
                    <a:pt x="2118474" y="551878"/>
                  </a:lnTo>
                  <a:lnTo>
                    <a:pt x="2145601" y="553212"/>
                  </a:lnTo>
                  <a:lnTo>
                    <a:pt x="2152383" y="553135"/>
                  </a:lnTo>
                  <a:lnTo>
                    <a:pt x="2192883" y="549135"/>
                  </a:lnTo>
                  <a:lnTo>
                    <a:pt x="2232355" y="539254"/>
                  </a:lnTo>
                  <a:lnTo>
                    <a:pt x="2269947" y="523684"/>
                  </a:lnTo>
                  <a:lnTo>
                    <a:pt x="2304859" y="502754"/>
                  </a:lnTo>
                  <a:lnTo>
                    <a:pt x="2336317" y="476948"/>
                  </a:lnTo>
                  <a:lnTo>
                    <a:pt x="2363647" y="446786"/>
                  </a:lnTo>
                  <a:lnTo>
                    <a:pt x="2386266" y="412953"/>
                  </a:lnTo>
                  <a:lnTo>
                    <a:pt x="2403665" y="376161"/>
                  </a:lnTo>
                  <a:lnTo>
                    <a:pt x="2411692" y="352044"/>
                  </a:lnTo>
                  <a:lnTo>
                    <a:pt x="4291584" y="352044"/>
                  </a:lnTo>
                  <a:lnTo>
                    <a:pt x="4291584" y="271462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199807" y="2297211"/>
            <a:ext cx="13462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18378" y="2891495"/>
            <a:ext cx="3769995" cy="12738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Dynamic</a:t>
            </a:r>
            <a:r>
              <a:rPr sz="1800" spc="4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Memory</a:t>
            </a:r>
            <a:r>
              <a:rPr sz="1800" spc="4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Management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3000"/>
              </a:lnSpc>
              <a:spcBef>
                <a:spcPts val="720"/>
              </a:spcBef>
            </a:pP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Proper</a:t>
            </a:r>
            <a:r>
              <a:rPr sz="1450" spc="2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allocation</a:t>
            </a:r>
            <a:r>
              <a:rPr sz="1450" spc="2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deallocation</a:t>
            </a:r>
            <a:r>
              <a:rPr sz="1450" spc="2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of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memory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linked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list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nodes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table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entries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avoid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memory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leaks.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5412" y="4601717"/>
            <a:ext cx="4291965" cy="1936750"/>
            <a:chOff x="645412" y="4601717"/>
            <a:chExt cx="4291965" cy="1936750"/>
          </a:xfrm>
        </p:grpSpPr>
        <p:sp>
          <p:nvSpPr>
            <p:cNvPr id="16" name="object 16"/>
            <p:cNvSpPr/>
            <p:nvPr/>
          </p:nvSpPr>
          <p:spPr>
            <a:xfrm>
              <a:off x="657989" y="4878323"/>
              <a:ext cx="4266565" cy="1647189"/>
            </a:xfrm>
            <a:custGeom>
              <a:avLst/>
              <a:gdLst/>
              <a:ahLst/>
              <a:cxnLst/>
              <a:rect l="l" t="t" r="r" b="b"/>
              <a:pathLst>
                <a:path w="4266565" h="1647190">
                  <a:moveTo>
                    <a:pt x="4184203" y="0"/>
                  </a:moveTo>
                  <a:lnTo>
                    <a:pt x="82232" y="0"/>
                  </a:lnTo>
                  <a:lnTo>
                    <a:pt x="76507" y="647"/>
                  </a:lnTo>
                  <a:lnTo>
                    <a:pt x="34309" y="20612"/>
                  </a:lnTo>
                  <a:lnTo>
                    <a:pt x="8909" y="55994"/>
                  </a:lnTo>
                  <a:lnTo>
                    <a:pt x="0" y="93980"/>
                  </a:lnTo>
                  <a:lnTo>
                    <a:pt x="0" y="1636567"/>
                  </a:lnTo>
                  <a:lnTo>
                    <a:pt x="0" y="1639464"/>
                  </a:lnTo>
                  <a:lnTo>
                    <a:pt x="1021" y="1641934"/>
                  </a:lnTo>
                  <a:lnTo>
                    <a:pt x="5119" y="1646038"/>
                  </a:lnTo>
                  <a:lnTo>
                    <a:pt x="7594" y="1647060"/>
                  </a:lnTo>
                  <a:lnTo>
                    <a:pt x="4258840" y="1647060"/>
                  </a:lnTo>
                  <a:lnTo>
                    <a:pt x="4261304" y="1646038"/>
                  </a:lnTo>
                  <a:lnTo>
                    <a:pt x="4265406" y="1641934"/>
                  </a:lnTo>
                  <a:lnTo>
                    <a:pt x="4266435" y="1639464"/>
                  </a:lnTo>
                  <a:lnTo>
                    <a:pt x="4266435" y="93980"/>
                  </a:lnTo>
                  <a:lnTo>
                    <a:pt x="4257520" y="55994"/>
                  </a:lnTo>
                  <a:lnTo>
                    <a:pt x="4232120" y="20612"/>
                  </a:lnTo>
                  <a:lnTo>
                    <a:pt x="4189930" y="647"/>
                  </a:lnTo>
                  <a:lnTo>
                    <a:pt x="4184203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45401" y="4878692"/>
              <a:ext cx="4291965" cy="1659889"/>
            </a:xfrm>
            <a:custGeom>
              <a:avLst/>
              <a:gdLst/>
              <a:ahLst/>
              <a:cxnLst/>
              <a:rect l="l" t="t" r="r" b="b"/>
              <a:pathLst>
                <a:path w="4291965" h="1659890">
                  <a:moveTo>
                    <a:pt x="4291584" y="100228"/>
                  </a:moveTo>
                  <a:lnTo>
                    <a:pt x="4283926" y="61734"/>
                  </a:lnTo>
                  <a:lnTo>
                    <a:pt x="4262120" y="29108"/>
                  </a:lnTo>
                  <a:lnTo>
                    <a:pt x="4229493" y="7302"/>
                  </a:lnTo>
                  <a:lnTo>
                    <a:pt x="4200906" y="114"/>
                  </a:lnTo>
                  <a:lnTo>
                    <a:pt x="4199001" y="114"/>
                  </a:lnTo>
                  <a:lnTo>
                    <a:pt x="4205719" y="1549"/>
                  </a:lnTo>
                  <a:lnTo>
                    <a:pt x="4212869" y="3949"/>
                  </a:lnTo>
                  <a:lnTo>
                    <a:pt x="4244340" y="29108"/>
                  </a:lnTo>
                  <a:lnTo>
                    <a:pt x="4263212" y="71069"/>
                  </a:lnTo>
                  <a:lnTo>
                    <a:pt x="4266438" y="100228"/>
                  </a:lnTo>
                  <a:lnTo>
                    <a:pt x="4266438" y="1634121"/>
                  </a:lnTo>
                  <a:lnTo>
                    <a:pt x="4265600" y="1634121"/>
                  </a:lnTo>
                  <a:lnTo>
                    <a:pt x="25984" y="1634121"/>
                  </a:lnTo>
                  <a:lnTo>
                    <a:pt x="25146" y="1634121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634121"/>
                  </a:lnTo>
                  <a:lnTo>
                    <a:pt x="0" y="1642579"/>
                  </a:lnTo>
                  <a:lnTo>
                    <a:pt x="2260" y="1648015"/>
                  </a:lnTo>
                  <a:lnTo>
                    <a:pt x="7175" y="1652930"/>
                  </a:lnTo>
                  <a:lnTo>
                    <a:pt x="11264" y="1657019"/>
                  </a:lnTo>
                  <a:lnTo>
                    <a:pt x="16700" y="1659280"/>
                  </a:lnTo>
                  <a:lnTo>
                    <a:pt x="4274883" y="1659280"/>
                  </a:lnTo>
                  <a:lnTo>
                    <a:pt x="4280319" y="1657019"/>
                  </a:lnTo>
                  <a:lnTo>
                    <a:pt x="4284408" y="1652930"/>
                  </a:lnTo>
                  <a:lnTo>
                    <a:pt x="4289336" y="1648015"/>
                  </a:lnTo>
                  <a:lnTo>
                    <a:pt x="4291584" y="1642579"/>
                  </a:lnTo>
                  <a:lnTo>
                    <a:pt x="4291584" y="1634121"/>
                  </a:lnTo>
                  <a:lnTo>
                    <a:pt x="4291584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45401" y="4601717"/>
              <a:ext cx="4291965" cy="553720"/>
            </a:xfrm>
            <a:custGeom>
              <a:avLst/>
              <a:gdLst/>
              <a:ahLst/>
              <a:cxnLst/>
              <a:rect l="l" t="t" r="r" b="b"/>
              <a:pathLst>
                <a:path w="4291965" h="553720">
                  <a:moveTo>
                    <a:pt x="4291596" y="271475"/>
                  </a:moveTo>
                  <a:lnTo>
                    <a:pt x="4271581" y="251460"/>
                  </a:lnTo>
                  <a:lnTo>
                    <a:pt x="2421051" y="251460"/>
                  </a:lnTo>
                  <a:lnTo>
                    <a:pt x="2420886" y="249491"/>
                  </a:lnTo>
                  <a:lnTo>
                    <a:pt x="2413927" y="209397"/>
                  </a:lnTo>
                  <a:lnTo>
                    <a:pt x="2401163" y="170751"/>
                  </a:lnTo>
                  <a:lnTo>
                    <a:pt x="2382850" y="134404"/>
                  </a:lnTo>
                  <a:lnTo>
                    <a:pt x="2359431" y="101142"/>
                  </a:lnTo>
                  <a:lnTo>
                    <a:pt x="2331364" y="71666"/>
                  </a:lnTo>
                  <a:lnTo>
                    <a:pt x="2299284" y="46621"/>
                  </a:lnTo>
                  <a:lnTo>
                    <a:pt x="2263864" y="26555"/>
                  </a:lnTo>
                  <a:lnTo>
                    <a:pt x="2225903" y="11925"/>
                  </a:lnTo>
                  <a:lnTo>
                    <a:pt x="2186190" y="2997"/>
                  </a:lnTo>
                  <a:lnTo>
                    <a:pt x="2145601" y="0"/>
                  </a:lnTo>
                  <a:lnTo>
                    <a:pt x="2138807" y="88"/>
                  </a:lnTo>
                  <a:lnTo>
                    <a:pt x="2098319" y="4076"/>
                  </a:lnTo>
                  <a:lnTo>
                    <a:pt x="2058835" y="13970"/>
                  </a:lnTo>
                  <a:lnTo>
                    <a:pt x="2021243" y="29540"/>
                  </a:lnTo>
                  <a:lnTo>
                    <a:pt x="1986330" y="50469"/>
                  </a:lnTo>
                  <a:lnTo>
                    <a:pt x="1954872" y="76276"/>
                  </a:lnTo>
                  <a:lnTo>
                    <a:pt x="1927542" y="106438"/>
                  </a:lnTo>
                  <a:lnTo>
                    <a:pt x="1904936" y="140271"/>
                  </a:lnTo>
                  <a:lnTo>
                    <a:pt x="1887537" y="177063"/>
                  </a:lnTo>
                  <a:lnTo>
                    <a:pt x="1875713" y="216001"/>
                  </a:lnTo>
                  <a:lnTo>
                    <a:pt x="1870151" y="251460"/>
                  </a:lnTo>
                  <a:lnTo>
                    <a:pt x="20015" y="251460"/>
                  </a:lnTo>
                  <a:lnTo>
                    <a:pt x="0" y="271475"/>
                  </a:lnTo>
                  <a:lnTo>
                    <a:pt x="0" y="352044"/>
                  </a:lnTo>
                  <a:lnTo>
                    <a:pt x="1879498" y="352044"/>
                  </a:lnTo>
                  <a:lnTo>
                    <a:pt x="1880908" y="356895"/>
                  </a:lnTo>
                  <a:lnTo>
                    <a:pt x="1895551" y="394881"/>
                  </a:lnTo>
                  <a:lnTo>
                    <a:pt x="1915604" y="430276"/>
                  </a:lnTo>
                  <a:lnTo>
                    <a:pt x="1940648" y="462368"/>
                  </a:lnTo>
                  <a:lnTo>
                    <a:pt x="1970112" y="490423"/>
                  </a:lnTo>
                  <a:lnTo>
                    <a:pt x="2003399" y="513867"/>
                  </a:lnTo>
                  <a:lnTo>
                    <a:pt x="2039759" y="532155"/>
                  </a:lnTo>
                  <a:lnTo>
                    <a:pt x="2078393" y="544931"/>
                  </a:lnTo>
                  <a:lnTo>
                    <a:pt x="2118499" y="551878"/>
                  </a:lnTo>
                  <a:lnTo>
                    <a:pt x="2145601" y="553212"/>
                  </a:lnTo>
                  <a:lnTo>
                    <a:pt x="2152383" y="553135"/>
                  </a:lnTo>
                  <a:lnTo>
                    <a:pt x="2192896" y="549148"/>
                  </a:lnTo>
                  <a:lnTo>
                    <a:pt x="2232368" y="539254"/>
                  </a:lnTo>
                  <a:lnTo>
                    <a:pt x="2269972" y="523684"/>
                  </a:lnTo>
                  <a:lnTo>
                    <a:pt x="2304872" y="502754"/>
                  </a:lnTo>
                  <a:lnTo>
                    <a:pt x="2336330" y="476948"/>
                  </a:lnTo>
                  <a:lnTo>
                    <a:pt x="2363660" y="446786"/>
                  </a:lnTo>
                  <a:lnTo>
                    <a:pt x="2386266" y="412953"/>
                  </a:lnTo>
                  <a:lnTo>
                    <a:pt x="2403678" y="376161"/>
                  </a:lnTo>
                  <a:lnTo>
                    <a:pt x="2411704" y="352044"/>
                  </a:lnTo>
                  <a:lnTo>
                    <a:pt x="4291596" y="352044"/>
                  </a:lnTo>
                  <a:lnTo>
                    <a:pt x="4291596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724607" y="4719609"/>
            <a:ext cx="1333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2918" y="5313893"/>
            <a:ext cx="3634740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Pointer</a:t>
            </a:r>
            <a:r>
              <a:rPr sz="1800" spc="4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Manipulation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7000"/>
              </a:lnSpc>
              <a:spcBef>
                <a:spcPts val="590"/>
              </a:spcBef>
            </a:pP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Managing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pointers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correctly</a:t>
            </a:r>
            <a:r>
              <a:rPr sz="1450" spc="2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linked</a:t>
            </a:r>
            <a:r>
              <a:rPr sz="1450" spc="2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list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traversal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operations.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21401" y="4601717"/>
            <a:ext cx="4291965" cy="1936750"/>
            <a:chOff x="5121401" y="4601717"/>
            <a:chExt cx="4291965" cy="1936750"/>
          </a:xfrm>
        </p:grpSpPr>
        <p:sp>
          <p:nvSpPr>
            <p:cNvPr id="22" name="object 22"/>
            <p:cNvSpPr/>
            <p:nvPr/>
          </p:nvSpPr>
          <p:spPr>
            <a:xfrm>
              <a:off x="5133975" y="4878323"/>
              <a:ext cx="4266565" cy="1647189"/>
            </a:xfrm>
            <a:custGeom>
              <a:avLst/>
              <a:gdLst/>
              <a:ahLst/>
              <a:cxnLst/>
              <a:rect l="l" t="t" r="r" b="b"/>
              <a:pathLst>
                <a:path w="4266565" h="1647190">
                  <a:moveTo>
                    <a:pt x="4184205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15" y="20612"/>
                  </a:lnTo>
                  <a:lnTo>
                    <a:pt x="8915" y="55994"/>
                  </a:lnTo>
                  <a:lnTo>
                    <a:pt x="0" y="93980"/>
                  </a:lnTo>
                  <a:lnTo>
                    <a:pt x="0" y="1636567"/>
                  </a:lnTo>
                  <a:lnTo>
                    <a:pt x="0" y="1639464"/>
                  </a:lnTo>
                  <a:lnTo>
                    <a:pt x="1016" y="1641934"/>
                  </a:lnTo>
                  <a:lnTo>
                    <a:pt x="5130" y="1646038"/>
                  </a:lnTo>
                  <a:lnTo>
                    <a:pt x="7594" y="1647060"/>
                  </a:lnTo>
                  <a:lnTo>
                    <a:pt x="4258843" y="1647060"/>
                  </a:lnTo>
                  <a:lnTo>
                    <a:pt x="4261307" y="1646038"/>
                  </a:lnTo>
                  <a:lnTo>
                    <a:pt x="4265409" y="1641934"/>
                  </a:lnTo>
                  <a:lnTo>
                    <a:pt x="4266438" y="1639464"/>
                  </a:lnTo>
                  <a:lnTo>
                    <a:pt x="4266438" y="93980"/>
                  </a:lnTo>
                  <a:lnTo>
                    <a:pt x="4257522" y="55994"/>
                  </a:lnTo>
                  <a:lnTo>
                    <a:pt x="4232122" y="20612"/>
                  </a:lnTo>
                  <a:lnTo>
                    <a:pt x="4189933" y="647"/>
                  </a:lnTo>
                  <a:lnTo>
                    <a:pt x="4184205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121389" y="4878692"/>
              <a:ext cx="4291965" cy="1659889"/>
            </a:xfrm>
            <a:custGeom>
              <a:avLst/>
              <a:gdLst/>
              <a:ahLst/>
              <a:cxnLst/>
              <a:rect l="l" t="t" r="r" b="b"/>
              <a:pathLst>
                <a:path w="4291965" h="1659890">
                  <a:moveTo>
                    <a:pt x="4291584" y="100228"/>
                  </a:moveTo>
                  <a:lnTo>
                    <a:pt x="4283926" y="61734"/>
                  </a:lnTo>
                  <a:lnTo>
                    <a:pt x="4262120" y="29108"/>
                  </a:lnTo>
                  <a:lnTo>
                    <a:pt x="4229493" y="7302"/>
                  </a:lnTo>
                  <a:lnTo>
                    <a:pt x="4200906" y="114"/>
                  </a:lnTo>
                  <a:lnTo>
                    <a:pt x="4199001" y="114"/>
                  </a:lnTo>
                  <a:lnTo>
                    <a:pt x="4205719" y="1549"/>
                  </a:lnTo>
                  <a:lnTo>
                    <a:pt x="4212869" y="3949"/>
                  </a:lnTo>
                  <a:lnTo>
                    <a:pt x="4244340" y="29108"/>
                  </a:lnTo>
                  <a:lnTo>
                    <a:pt x="4263212" y="71069"/>
                  </a:lnTo>
                  <a:lnTo>
                    <a:pt x="4266438" y="100228"/>
                  </a:lnTo>
                  <a:lnTo>
                    <a:pt x="4266438" y="1634121"/>
                  </a:lnTo>
                  <a:lnTo>
                    <a:pt x="4265600" y="1634121"/>
                  </a:lnTo>
                  <a:lnTo>
                    <a:pt x="25996" y="1634121"/>
                  </a:lnTo>
                  <a:lnTo>
                    <a:pt x="25146" y="1634121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634121"/>
                  </a:lnTo>
                  <a:lnTo>
                    <a:pt x="0" y="1642579"/>
                  </a:lnTo>
                  <a:lnTo>
                    <a:pt x="2247" y="1648015"/>
                  </a:lnTo>
                  <a:lnTo>
                    <a:pt x="11264" y="1657019"/>
                  </a:lnTo>
                  <a:lnTo>
                    <a:pt x="16700" y="1659280"/>
                  </a:lnTo>
                  <a:lnTo>
                    <a:pt x="4274883" y="1659280"/>
                  </a:lnTo>
                  <a:lnTo>
                    <a:pt x="4280319" y="1657019"/>
                  </a:lnTo>
                  <a:lnTo>
                    <a:pt x="4284408" y="1652930"/>
                  </a:lnTo>
                  <a:lnTo>
                    <a:pt x="4289336" y="1648015"/>
                  </a:lnTo>
                  <a:lnTo>
                    <a:pt x="4291584" y="1642579"/>
                  </a:lnTo>
                  <a:lnTo>
                    <a:pt x="4291584" y="1634121"/>
                  </a:lnTo>
                  <a:lnTo>
                    <a:pt x="4291584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121402" y="4601717"/>
              <a:ext cx="4291965" cy="553720"/>
            </a:xfrm>
            <a:custGeom>
              <a:avLst/>
              <a:gdLst/>
              <a:ahLst/>
              <a:cxnLst/>
              <a:rect l="l" t="t" r="r" b="b"/>
              <a:pathLst>
                <a:path w="4291965" h="553720">
                  <a:moveTo>
                    <a:pt x="4291584" y="271475"/>
                  </a:moveTo>
                  <a:lnTo>
                    <a:pt x="4271569" y="251460"/>
                  </a:lnTo>
                  <a:lnTo>
                    <a:pt x="2421039" y="251460"/>
                  </a:lnTo>
                  <a:lnTo>
                    <a:pt x="2420874" y="249491"/>
                  </a:lnTo>
                  <a:lnTo>
                    <a:pt x="2413914" y="209397"/>
                  </a:lnTo>
                  <a:lnTo>
                    <a:pt x="2401151" y="170751"/>
                  </a:lnTo>
                  <a:lnTo>
                    <a:pt x="2382850" y="134404"/>
                  </a:lnTo>
                  <a:lnTo>
                    <a:pt x="2359418" y="101142"/>
                  </a:lnTo>
                  <a:lnTo>
                    <a:pt x="2331351" y="71666"/>
                  </a:lnTo>
                  <a:lnTo>
                    <a:pt x="2299271" y="46621"/>
                  </a:lnTo>
                  <a:lnTo>
                    <a:pt x="2263851" y="26555"/>
                  </a:lnTo>
                  <a:lnTo>
                    <a:pt x="2225891" y="11925"/>
                  </a:lnTo>
                  <a:lnTo>
                    <a:pt x="2186178" y="2997"/>
                  </a:lnTo>
                  <a:lnTo>
                    <a:pt x="2145601" y="0"/>
                  </a:lnTo>
                  <a:lnTo>
                    <a:pt x="2138807" y="88"/>
                  </a:lnTo>
                  <a:lnTo>
                    <a:pt x="2098294" y="4076"/>
                  </a:lnTo>
                  <a:lnTo>
                    <a:pt x="2058822" y="13970"/>
                  </a:lnTo>
                  <a:lnTo>
                    <a:pt x="2021230" y="29540"/>
                  </a:lnTo>
                  <a:lnTo>
                    <a:pt x="1986318" y="50469"/>
                  </a:lnTo>
                  <a:lnTo>
                    <a:pt x="1954860" y="76276"/>
                  </a:lnTo>
                  <a:lnTo>
                    <a:pt x="1927529" y="106438"/>
                  </a:lnTo>
                  <a:lnTo>
                    <a:pt x="1904911" y="140271"/>
                  </a:lnTo>
                  <a:lnTo>
                    <a:pt x="1887512" y="177063"/>
                  </a:lnTo>
                  <a:lnTo>
                    <a:pt x="1875701" y="216001"/>
                  </a:lnTo>
                  <a:lnTo>
                    <a:pt x="1870138" y="251460"/>
                  </a:lnTo>
                  <a:lnTo>
                    <a:pt x="20015" y="251460"/>
                  </a:lnTo>
                  <a:lnTo>
                    <a:pt x="0" y="271475"/>
                  </a:lnTo>
                  <a:lnTo>
                    <a:pt x="0" y="352044"/>
                  </a:lnTo>
                  <a:lnTo>
                    <a:pt x="1879485" y="352044"/>
                  </a:lnTo>
                  <a:lnTo>
                    <a:pt x="1880908" y="356895"/>
                  </a:lnTo>
                  <a:lnTo>
                    <a:pt x="1895538" y="394881"/>
                  </a:lnTo>
                  <a:lnTo>
                    <a:pt x="1915591" y="430276"/>
                  </a:lnTo>
                  <a:lnTo>
                    <a:pt x="1940636" y="462368"/>
                  </a:lnTo>
                  <a:lnTo>
                    <a:pt x="1970125" y="490423"/>
                  </a:lnTo>
                  <a:lnTo>
                    <a:pt x="2003386" y="513867"/>
                  </a:lnTo>
                  <a:lnTo>
                    <a:pt x="2039734" y="532155"/>
                  </a:lnTo>
                  <a:lnTo>
                    <a:pt x="2078380" y="544931"/>
                  </a:lnTo>
                  <a:lnTo>
                    <a:pt x="2118474" y="551878"/>
                  </a:lnTo>
                  <a:lnTo>
                    <a:pt x="2145601" y="553212"/>
                  </a:lnTo>
                  <a:lnTo>
                    <a:pt x="2152383" y="553135"/>
                  </a:lnTo>
                  <a:lnTo>
                    <a:pt x="2192883" y="549148"/>
                  </a:lnTo>
                  <a:lnTo>
                    <a:pt x="2232355" y="539254"/>
                  </a:lnTo>
                  <a:lnTo>
                    <a:pt x="2269947" y="523684"/>
                  </a:lnTo>
                  <a:lnTo>
                    <a:pt x="2304859" y="502754"/>
                  </a:lnTo>
                  <a:lnTo>
                    <a:pt x="2336317" y="476948"/>
                  </a:lnTo>
                  <a:lnTo>
                    <a:pt x="2363647" y="446786"/>
                  </a:lnTo>
                  <a:lnTo>
                    <a:pt x="2386266" y="412953"/>
                  </a:lnTo>
                  <a:lnTo>
                    <a:pt x="2403665" y="376161"/>
                  </a:lnTo>
                  <a:lnTo>
                    <a:pt x="2411692" y="352044"/>
                  </a:lnTo>
                  <a:lnTo>
                    <a:pt x="4291584" y="352044"/>
                  </a:lnTo>
                  <a:lnTo>
                    <a:pt x="4291584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199286" y="4719609"/>
            <a:ext cx="13525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18378" y="5313893"/>
            <a:ext cx="3543935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Edge</a:t>
            </a:r>
            <a:r>
              <a:rPr sz="1800" spc="-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Case</a:t>
            </a:r>
            <a:r>
              <a:rPr sz="1800" spc="-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Handling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7000"/>
              </a:lnSpc>
              <a:spcBef>
                <a:spcPts val="590"/>
              </a:spcBef>
            </a:pP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Handling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empty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cart,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duplicate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products,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invalid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inputs,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undo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on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empty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12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0" dirty="0"/>
              <a:t>5.</a:t>
            </a:r>
            <a:r>
              <a:rPr spc="-35" dirty="0"/>
              <a:t> </a:t>
            </a:r>
            <a:r>
              <a:rPr spc="-180" dirty="0"/>
              <a:t>PROJECT</a:t>
            </a:r>
            <a:r>
              <a:rPr spc="-30" dirty="0"/>
              <a:t> </a:t>
            </a:r>
            <a:r>
              <a:rPr spc="-55" dirty="0"/>
              <a:t>OUTCOMES</a:t>
            </a:r>
            <a:endParaRPr spc="-55" dirty="0"/>
          </a:p>
        </p:txBody>
      </p:sp>
      <p:sp>
        <p:nvSpPr>
          <p:cNvPr id="3" name="object 3"/>
          <p:cNvSpPr txBox="1"/>
          <p:nvPr/>
        </p:nvSpPr>
        <p:spPr>
          <a:xfrm>
            <a:off x="634812" y="2250356"/>
            <a:ext cx="20701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01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5412" y="2556508"/>
            <a:ext cx="2799715" cy="25400"/>
          </a:xfrm>
          <a:custGeom>
            <a:avLst/>
            <a:gdLst/>
            <a:ahLst/>
            <a:cxnLst/>
            <a:rect l="l" t="t" r="r" b="b"/>
            <a:pathLst>
              <a:path w="2799715" h="25400">
                <a:moveTo>
                  <a:pt x="2799588" y="0"/>
                </a:moveTo>
                <a:lnTo>
                  <a:pt x="0" y="0"/>
                </a:lnTo>
                <a:lnTo>
                  <a:pt x="0" y="25147"/>
                </a:lnTo>
                <a:lnTo>
                  <a:pt x="2799588" y="25147"/>
                </a:lnTo>
                <a:lnTo>
                  <a:pt x="2799588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33238" y="2673563"/>
            <a:ext cx="2575560" cy="156718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4000"/>
              </a:lnSpc>
              <a:spcBef>
                <a:spcPts val="30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Implemented</a:t>
            </a:r>
            <a:r>
              <a:rPr sz="1800" spc="13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Functional System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67945">
              <a:lnSpc>
                <a:spcPct val="135000"/>
              </a:lnSpc>
              <a:spcBef>
                <a:spcPts val="690"/>
              </a:spcBef>
            </a:pP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Successfully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implemented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functional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E-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Commerce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 System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language.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09889" y="2250355"/>
            <a:ext cx="224154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02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29405" y="2556508"/>
            <a:ext cx="2799715" cy="25400"/>
          </a:xfrm>
          <a:custGeom>
            <a:avLst/>
            <a:gdLst/>
            <a:ahLst/>
            <a:cxnLst/>
            <a:rect l="l" t="t" r="r" b="b"/>
            <a:pathLst>
              <a:path w="2799715" h="25400">
                <a:moveTo>
                  <a:pt x="2799588" y="0"/>
                </a:moveTo>
                <a:lnTo>
                  <a:pt x="0" y="0"/>
                </a:lnTo>
                <a:lnTo>
                  <a:pt x="0" y="25147"/>
                </a:lnTo>
                <a:lnTo>
                  <a:pt x="2799588" y="25147"/>
                </a:lnTo>
                <a:lnTo>
                  <a:pt x="2799588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616833" y="2673563"/>
            <a:ext cx="2538730" cy="18605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973455">
              <a:lnSpc>
                <a:spcPct val="104000"/>
              </a:lnSpc>
              <a:spcBef>
                <a:spcPts val="30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Data</a:t>
            </a:r>
            <a:r>
              <a:rPr sz="1800" spc="-6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Structure Understanding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4000"/>
              </a:lnSpc>
              <a:spcBef>
                <a:spcPts val="700"/>
              </a:spcBef>
            </a:pP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Demonstrated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practical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understanding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Table,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Linked</a:t>
            </a:r>
            <a:r>
              <a:rPr sz="1450" spc="1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List,</a:t>
            </a:r>
            <a:r>
              <a:rPr sz="1450" spc="1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1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</a:t>
            </a:r>
            <a:r>
              <a:rPr sz="1450" spc="1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data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structures.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94017" y="2250355"/>
            <a:ext cx="22352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4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03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13397" y="2556508"/>
            <a:ext cx="2799715" cy="25400"/>
          </a:xfrm>
          <a:custGeom>
            <a:avLst/>
            <a:gdLst/>
            <a:ahLst/>
            <a:cxnLst/>
            <a:rect l="l" t="t" r="r" b="b"/>
            <a:pathLst>
              <a:path w="2799715" h="25400">
                <a:moveTo>
                  <a:pt x="2799588" y="0"/>
                </a:moveTo>
                <a:lnTo>
                  <a:pt x="0" y="0"/>
                </a:lnTo>
                <a:lnTo>
                  <a:pt x="0" y="25147"/>
                </a:lnTo>
                <a:lnTo>
                  <a:pt x="2799588" y="25147"/>
                </a:lnTo>
                <a:lnTo>
                  <a:pt x="2799588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600570" y="2673563"/>
            <a:ext cx="2643505" cy="156718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990600">
              <a:lnSpc>
                <a:spcPct val="104000"/>
              </a:lnSpc>
              <a:spcBef>
                <a:spcPts val="30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Proficiency</a:t>
            </a:r>
            <a:r>
              <a:rPr sz="1800" spc="13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in</a:t>
            </a:r>
            <a:r>
              <a:rPr sz="1800" spc="13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Operations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5000"/>
              </a:lnSpc>
              <a:spcBef>
                <a:spcPts val="690"/>
              </a:spcBef>
            </a:pP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Gained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proficiency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dynamic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memory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management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pointer</a:t>
            </a:r>
            <a:r>
              <a:rPr sz="1450" spc="1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operations</a:t>
            </a:r>
            <a:r>
              <a:rPr sz="1450" spc="1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5779" y="4873920"/>
            <a:ext cx="22479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04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12" y="5180079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2"/>
                </a:lnTo>
                <a:lnTo>
                  <a:pt x="4291584" y="25142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33238" y="5297129"/>
            <a:ext cx="4172585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Developed</a:t>
            </a:r>
            <a:r>
              <a:rPr sz="1800" spc="-3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Modular</a:t>
            </a:r>
            <a:r>
              <a:rPr sz="180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Functions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7000"/>
              </a:lnSpc>
              <a:spcBef>
                <a:spcPts val="590"/>
              </a:spcBef>
            </a:pP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Developed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modular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reusable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functions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operations.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02279" y="4873925"/>
            <a:ext cx="22288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05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21402" y="5180079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2"/>
                </a:lnTo>
                <a:lnTo>
                  <a:pt x="4291584" y="25142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108702" y="5297129"/>
            <a:ext cx="4167504" cy="678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Enhanced</a:t>
            </a:r>
            <a:r>
              <a:rPr sz="1800" spc="-4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Skills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Enhanced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problem-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solving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debugging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skills.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3238" y="540176"/>
            <a:ext cx="5330190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0" dirty="0"/>
              <a:t>6.</a:t>
            </a:r>
            <a:r>
              <a:rPr spc="-55" dirty="0"/>
              <a:t> </a:t>
            </a:r>
            <a:r>
              <a:rPr spc="-130" dirty="0"/>
              <a:t>PROBLEM</a:t>
            </a:r>
            <a:r>
              <a:rPr spc="-50" dirty="0"/>
              <a:t> </a:t>
            </a:r>
            <a:r>
              <a:rPr spc="-120" dirty="0"/>
              <a:t>STATEMENT</a:t>
            </a:r>
            <a:endParaRPr spc="-120" dirty="0"/>
          </a:p>
        </p:txBody>
      </p:sp>
      <p:grpSp>
        <p:nvGrpSpPr>
          <p:cNvPr id="3" name="object 3"/>
          <p:cNvGrpSpPr/>
          <p:nvPr/>
        </p:nvGrpSpPr>
        <p:grpSpPr>
          <a:xfrm>
            <a:off x="645412" y="2321813"/>
            <a:ext cx="4291965" cy="1232535"/>
            <a:chOff x="645412" y="2321813"/>
            <a:chExt cx="4291965" cy="1232535"/>
          </a:xfrm>
        </p:grpSpPr>
        <p:sp>
          <p:nvSpPr>
            <p:cNvPr id="4" name="object 4"/>
            <p:cNvSpPr/>
            <p:nvPr/>
          </p:nvSpPr>
          <p:spPr>
            <a:xfrm>
              <a:off x="657989" y="2598419"/>
              <a:ext cx="4266565" cy="942975"/>
            </a:xfrm>
            <a:custGeom>
              <a:avLst/>
              <a:gdLst/>
              <a:ahLst/>
              <a:cxnLst/>
              <a:rect l="l" t="t" r="r" b="b"/>
              <a:pathLst>
                <a:path w="4266565" h="942975">
                  <a:moveTo>
                    <a:pt x="4184203" y="0"/>
                  </a:moveTo>
                  <a:lnTo>
                    <a:pt x="82232" y="0"/>
                  </a:lnTo>
                  <a:lnTo>
                    <a:pt x="76507" y="647"/>
                  </a:lnTo>
                  <a:lnTo>
                    <a:pt x="34309" y="20612"/>
                  </a:lnTo>
                  <a:lnTo>
                    <a:pt x="8909" y="55994"/>
                  </a:lnTo>
                  <a:lnTo>
                    <a:pt x="0" y="93980"/>
                  </a:lnTo>
                  <a:lnTo>
                    <a:pt x="0" y="932472"/>
                  </a:lnTo>
                  <a:lnTo>
                    <a:pt x="0" y="935380"/>
                  </a:lnTo>
                  <a:lnTo>
                    <a:pt x="1021" y="937844"/>
                  </a:lnTo>
                  <a:lnTo>
                    <a:pt x="5119" y="941946"/>
                  </a:lnTo>
                  <a:lnTo>
                    <a:pt x="7594" y="942975"/>
                  </a:lnTo>
                  <a:lnTo>
                    <a:pt x="4258840" y="942975"/>
                  </a:lnTo>
                  <a:lnTo>
                    <a:pt x="4261304" y="941946"/>
                  </a:lnTo>
                  <a:lnTo>
                    <a:pt x="4265406" y="937844"/>
                  </a:lnTo>
                  <a:lnTo>
                    <a:pt x="4266435" y="935380"/>
                  </a:lnTo>
                  <a:lnTo>
                    <a:pt x="4266435" y="93980"/>
                  </a:lnTo>
                  <a:lnTo>
                    <a:pt x="4257520" y="55994"/>
                  </a:lnTo>
                  <a:lnTo>
                    <a:pt x="4232120" y="20612"/>
                  </a:lnTo>
                  <a:lnTo>
                    <a:pt x="4189930" y="647"/>
                  </a:lnTo>
                  <a:lnTo>
                    <a:pt x="4184203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5401" y="2598788"/>
              <a:ext cx="4291965" cy="955675"/>
            </a:xfrm>
            <a:custGeom>
              <a:avLst/>
              <a:gdLst/>
              <a:ahLst/>
              <a:cxnLst/>
              <a:rect l="l" t="t" r="r" b="b"/>
              <a:pathLst>
                <a:path w="4291965" h="955675">
                  <a:moveTo>
                    <a:pt x="4291584" y="100228"/>
                  </a:moveTo>
                  <a:lnTo>
                    <a:pt x="4283926" y="61734"/>
                  </a:lnTo>
                  <a:lnTo>
                    <a:pt x="4262120" y="29108"/>
                  </a:lnTo>
                  <a:lnTo>
                    <a:pt x="4229493" y="7302"/>
                  </a:lnTo>
                  <a:lnTo>
                    <a:pt x="4200906" y="114"/>
                  </a:lnTo>
                  <a:lnTo>
                    <a:pt x="4199001" y="114"/>
                  </a:lnTo>
                  <a:lnTo>
                    <a:pt x="4205719" y="1549"/>
                  </a:lnTo>
                  <a:lnTo>
                    <a:pt x="4212869" y="3949"/>
                  </a:lnTo>
                  <a:lnTo>
                    <a:pt x="4244340" y="29108"/>
                  </a:lnTo>
                  <a:lnTo>
                    <a:pt x="4263212" y="71069"/>
                  </a:lnTo>
                  <a:lnTo>
                    <a:pt x="4266438" y="100228"/>
                  </a:lnTo>
                  <a:lnTo>
                    <a:pt x="4266438" y="930046"/>
                  </a:lnTo>
                  <a:lnTo>
                    <a:pt x="4265600" y="930046"/>
                  </a:lnTo>
                  <a:lnTo>
                    <a:pt x="25984" y="930046"/>
                  </a:lnTo>
                  <a:lnTo>
                    <a:pt x="25146" y="930046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930046"/>
                  </a:lnTo>
                  <a:lnTo>
                    <a:pt x="0" y="938491"/>
                  </a:lnTo>
                  <a:lnTo>
                    <a:pt x="2260" y="943927"/>
                  </a:lnTo>
                  <a:lnTo>
                    <a:pt x="11264" y="952931"/>
                  </a:lnTo>
                  <a:lnTo>
                    <a:pt x="16700" y="955192"/>
                  </a:lnTo>
                  <a:lnTo>
                    <a:pt x="4274883" y="955192"/>
                  </a:lnTo>
                  <a:lnTo>
                    <a:pt x="4280319" y="952931"/>
                  </a:lnTo>
                  <a:lnTo>
                    <a:pt x="4284408" y="948842"/>
                  </a:lnTo>
                  <a:lnTo>
                    <a:pt x="4289336" y="943927"/>
                  </a:lnTo>
                  <a:lnTo>
                    <a:pt x="4291584" y="938491"/>
                  </a:lnTo>
                  <a:lnTo>
                    <a:pt x="4291584" y="930046"/>
                  </a:lnTo>
                  <a:lnTo>
                    <a:pt x="4291584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45401" y="2321813"/>
              <a:ext cx="4291965" cy="553720"/>
            </a:xfrm>
            <a:custGeom>
              <a:avLst/>
              <a:gdLst/>
              <a:ahLst/>
              <a:cxnLst/>
              <a:rect l="l" t="t" r="r" b="b"/>
              <a:pathLst>
                <a:path w="4291965" h="553719">
                  <a:moveTo>
                    <a:pt x="4291596" y="271475"/>
                  </a:moveTo>
                  <a:lnTo>
                    <a:pt x="4271581" y="251460"/>
                  </a:lnTo>
                  <a:lnTo>
                    <a:pt x="2421051" y="251460"/>
                  </a:lnTo>
                  <a:lnTo>
                    <a:pt x="2420886" y="249504"/>
                  </a:lnTo>
                  <a:lnTo>
                    <a:pt x="2413927" y="209397"/>
                  </a:lnTo>
                  <a:lnTo>
                    <a:pt x="2401163" y="170751"/>
                  </a:lnTo>
                  <a:lnTo>
                    <a:pt x="2382850" y="134404"/>
                  </a:lnTo>
                  <a:lnTo>
                    <a:pt x="2359431" y="101130"/>
                  </a:lnTo>
                  <a:lnTo>
                    <a:pt x="2331364" y="71653"/>
                  </a:lnTo>
                  <a:lnTo>
                    <a:pt x="2299284" y="46621"/>
                  </a:lnTo>
                  <a:lnTo>
                    <a:pt x="2263864" y="26568"/>
                  </a:lnTo>
                  <a:lnTo>
                    <a:pt x="2225903" y="11912"/>
                  </a:lnTo>
                  <a:lnTo>
                    <a:pt x="2186190" y="2997"/>
                  </a:lnTo>
                  <a:lnTo>
                    <a:pt x="2145601" y="0"/>
                  </a:lnTo>
                  <a:lnTo>
                    <a:pt x="2138807" y="88"/>
                  </a:lnTo>
                  <a:lnTo>
                    <a:pt x="2098319" y="4076"/>
                  </a:lnTo>
                  <a:lnTo>
                    <a:pt x="2058835" y="13970"/>
                  </a:lnTo>
                  <a:lnTo>
                    <a:pt x="2021243" y="29540"/>
                  </a:lnTo>
                  <a:lnTo>
                    <a:pt x="1986330" y="50469"/>
                  </a:lnTo>
                  <a:lnTo>
                    <a:pt x="1954872" y="76276"/>
                  </a:lnTo>
                  <a:lnTo>
                    <a:pt x="1927542" y="106438"/>
                  </a:lnTo>
                  <a:lnTo>
                    <a:pt x="1904936" y="140271"/>
                  </a:lnTo>
                  <a:lnTo>
                    <a:pt x="1887537" y="177063"/>
                  </a:lnTo>
                  <a:lnTo>
                    <a:pt x="1875713" y="216001"/>
                  </a:lnTo>
                  <a:lnTo>
                    <a:pt x="1870151" y="251460"/>
                  </a:lnTo>
                  <a:lnTo>
                    <a:pt x="20015" y="251460"/>
                  </a:lnTo>
                  <a:lnTo>
                    <a:pt x="0" y="271475"/>
                  </a:lnTo>
                  <a:lnTo>
                    <a:pt x="0" y="352044"/>
                  </a:lnTo>
                  <a:lnTo>
                    <a:pt x="1879498" y="352044"/>
                  </a:lnTo>
                  <a:lnTo>
                    <a:pt x="1880908" y="356895"/>
                  </a:lnTo>
                  <a:lnTo>
                    <a:pt x="1895551" y="394881"/>
                  </a:lnTo>
                  <a:lnTo>
                    <a:pt x="1915604" y="430276"/>
                  </a:lnTo>
                  <a:lnTo>
                    <a:pt x="1940648" y="462368"/>
                  </a:lnTo>
                  <a:lnTo>
                    <a:pt x="1970112" y="490423"/>
                  </a:lnTo>
                  <a:lnTo>
                    <a:pt x="2003399" y="513854"/>
                  </a:lnTo>
                  <a:lnTo>
                    <a:pt x="2039759" y="532155"/>
                  </a:lnTo>
                  <a:lnTo>
                    <a:pt x="2078393" y="544918"/>
                  </a:lnTo>
                  <a:lnTo>
                    <a:pt x="2118499" y="551878"/>
                  </a:lnTo>
                  <a:lnTo>
                    <a:pt x="2145601" y="553212"/>
                  </a:lnTo>
                  <a:lnTo>
                    <a:pt x="2152383" y="553135"/>
                  </a:lnTo>
                  <a:lnTo>
                    <a:pt x="2192896" y="549148"/>
                  </a:lnTo>
                  <a:lnTo>
                    <a:pt x="2232368" y="539254"/>
                  </a:lnTo>
                  <a:lnTo>
                    <a:pt x="2269972" y="523684"/>
                  </a:lnTo>
                  <a:lnTo>
                    <a:pt x="2304872" y="502754"/>
                  </a:lnTo>
                  <a:lnTo>
                    <a:pt x="2336330" y="476948"/>
                  </a:lnTo>
                  <a:lnTo>
                    <a:pt x="2363660" y="446786"/>
                  </a:lnTo>
                  <a:lnTo>
                    <a:pt x="2386266" y="412953"/>
                  </a:lnTo>
                  <a:lnTo>
                    <a:pt x="2403678" y="376161"/>
                  </a:lnTo>
                  <a:lnTo>
                    <a:pt x="2411704" y="352044"/>
                  </a:lnTo>
                  <a:lnTo>
                    <a:pt x="4291596" y="352044"/>
                  </a:lnTo>
                  <a:lnTo>
                    <a:pt x="4291596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5121401" y="2321813"/>
            <a:ext cx="4291965" cy="1232535"/>
            <a:chOff x="5121401" y="2321813"/>
            <a:chExt cx="4291965" cy="1232535"/>
          </a:xfrm>
        </p:grpSpPr>
        <p:sp>
          <p:nvSpPr>
            <p:cNvPr id="8" name="object 8"/>
            <p:cNvSpPr/>
            <p:nvPr/>
          </p:nvSpPr>
          <p:spPr>
            <a:xfrm>
              <a:off x="5133975" y="2598419"/>
              <a:ext cx="4266565" cy="942975"/>
            </a:xfrm>
            <a:custGeom>
              <a:avLst/>
              <a:gdLst/>
              <a:ahLst/>
              <a:cxnLst/>
              <a:rect l="l" t="t" r="r" b="b"/>
              <a:pathLst>
                <a:path w="4266565" h="942975">
                  <a:moveTo>
                    <a:pt x="4184205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15" y="20612"/>
                  </a:lnTo>
                  <a:lnTo>
                    <a:pt x="8915" y="55994"/>
                  </a:lnTo>
                  <a:lnTo>
                    <a:pt x="0" y="93980"/>
                  </a:lnTo>
                  <a:lnTo>
                    <a:pt x="0" y="932472"/>
                  </a:lnTo>
                  <a:lnTo>
                    <a:pt x="0" y="935380"/>
                  </a:lnTo>
                  <a:lnTo>
                    <a:pt x="1016" y="937844"/>
                  </a:lnTo>
                  <a:lnTo>
                    <a:pt x="5130" y="941946"/>
                  </a:lnTo>
                  <a:lnTo>
                    <a:pt x="7594" y="942975"/>
                  </a:lnTo>
                  <a:lnTo>
                    <a:pt x="4258843" y="942975"/>
                  </a:lnTo>
                  <a:lnTo>
                    <a:pt x="4261307" y="941946"/>
                  </a:lnTo>
                  <a:lnTo>
                    <a:pt x="4265409" y="937844"/>
                  </a:lnTo>
                  <a:lnTo>
                    <a:pt x="4266438" y="935380"/>
                  </a:lnTo>
                  <a:lnTo>
                    <a:pt x="4266438" y="93980"/>
                  </a:lnTo>
                  <a:lnTo>
                    <a:pt x="4257522" y="55994"/>
                  </a:lnTo>
                  <a:lnTo>
                    <a:pt x="4232122" y="20612"/>
                  </a:lnTo>
                  <a:lnTo>
                    <a:pt x="4189933" y="647"/>
                  </a:lnTo>
                  <a:lnTo>
                    <a:pt x="4184205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121389" y="2598788"/>
              <a:ext cx="4291965" cy="955675"/>
            </a:xfrm>
            <a:custGeom>
              <a:avLst/>
              <a:gdLst/>
              <a:ahLst/>
              <a:cxnLst/>
              <a:rect l="l" t="t" r="r" b="b"/>
              <a:pathLst>
                <a:path w="4291965" h="955675">
                  <a:moveTo>
                    <a:pt x="4291584" y="100228"/>
                  </a:moveTo>
                  <a:lnTo>
                    <a:pt x="4283926" y="61734"/>
                  </a:lnTo>
                  <a:lnTo>
                    <a:pt x="4262120" y="29108"/>
                  </a:lnTo>
                  <a:lnTo>
                    <a:pt x="4229493" y="7302"/>
                  </a:lnTo>
                  <a:lnTo>
                    <a:pt x="4200906" y="114"/>
                  </a:lnTo>
                  <a:lnTo>
                    <a:pt x="4199001" y="114"/>
                  </a:lnTo>
                  <a:lnTo>
                    <a:pt x="4205719" y="1549"/>
                  </a:lnTo>
                  <a:lnTo>
                    <a:pt x="4212869" y="3949"/>
                  </a:lnTo>
                  <a:lnTo>
                    <a:pt x="4244340" y="29108"/>
                  </a:lnTo>
                  <a:lnTo>
                    <a:pt x="4263212" y="71069"/>
                  </a:lnTo>
                  <a:lnTo>
                    <a:pt x="4266438" y="100228"/>
                  </a:lnTo>
                  <a:lnTo>
                    <a:pt x="4266438" y="930046"/>
                  </a:lnTo>
                  <a:lnTo>
                    <a:pt x="4265600" y="930046"/>
                  </a:lnTo>
                  <a:lnTo>
                    <a:pt x="25984" y="930046"/>
                  </a:lnTo>
                  <a:lnTo>
                    <a:pt x="25146" y="930046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930046"/>
                  </a:lnTo>
                  <a:lnTo>
                    <a:pt x="0" y="938491"/>
                  </a:lnTo>
                  <a:lnTo>
                    <a:pt x="2247" y="943927"/>
                  </a:lnTo>
                  <a:lnTo>
                    <a:pt x="11264" y="952931"/>
                  </a:lnTo>
                  <a:lnTo>
                    <a:pt x="16700" y="955192"/>
                  </a:lnTo>
                  <a:lnTo>
                    <a:pt x="4274883" y="955192"/>
                  </a:lnTo>
                  <a:lnTo>
                    <a:pt x="4280319" y="952931"/>
                  </a:lnTo>
                  <a:lnTo>
                    <a:pt x="4284408" y="948842"/>
                  </a:lnTo>
                  <a:lnTo>
                    <a:pt x="4289336" y="943927"/>
                  </a:lnTo>
                  <a:lnTo>
                    <a:pt x="4291584" y="938491"/>
                  </a:lnTo>
                  <a:lnTo>
                    <a:pt x="4291584" y="930046"/>
                  </a:lnTo>
                  <a:lnTo>
                    <a:pt x="4291584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121402" y="2321813"/>
              <a:ext cx="4291965" cy="553720"/>
            </a:xfrm>
            <a:custGeom>
              <a:avLst/>
              <a:gdLst/>
              <a:ahLst/>
              <a:cxnLst/>
              <a:rect l="l" t="t" r="r" b="b"/>
              <a:pathLst>
                <a:path w="4291965" h="553719">
                  <a:moveTo>
                    <a:pt x="4291584" y="271475"/>
                  </a:moveTo>
                  <a:lnTo>
                    <a:pt x="4271569" y="251460"/>
                  </a:lnTo>
                  <a:lnTo>
                    <a:pt x="2421039" y="251460"/>
                  </a:lnTo>
                  <a:lnTo>
                    <a:pt x="2420874" y="249504"/>
                  </a:lnTo>
                  <a:lnTo>
                    <a:pt x="2413914" y="209397"/>
                  </a:lnTo>
                  <a:lnTo>
                    <a:pt x="2401151" y="170751"/>
                  </a:lnTo>
                  <a:lnTo>
                    <a:pt x="2382850" y="134404"/>
                  </a:lnTo>
                  <a:lnTo>
                    <a:pt x="2359418" y="101130"/>
                  </a:lnTo>
                  <a:lnTo>
                    <a:pt x="2331351" y="71653"/>
                  </a:lnTo>
                  <a:lnTo>
                    <a:pt x="2299271" y="46621"/>
                  </a:lnTo>
                  <a:lnTo>
                    <a:pt x="2263851" y="26568"/>
                  </a:lnTo>
                  <a:lnTo>
                    <a:pt x="2225891" y="11912"/>
                  </a:lnTo>
                  <a:lnTo>
                    <a:pt x="2186178" y="2997"/>
                  </a:lnTo>
                  <a:lnTo>
                    <a:pt x="2145601" y="0"/>
                  </a:lnTo>
                  <a:lnTo>
                    <a:pt x="2138807" y="88"/>
                  </a:lnTo>
                  <a:lnTo>
                    <a:pt x="2098294" y="4076"/>
                  </a:lnTo>
                  <a:lnTo>
                    <a:pt x="2058822" y="13970"/>
                  </a:lnTo>
                  <a:lnTo>
                    <a:pt x="2021230" y="29540"/>
                  </a:lnTo>
                  <a:lnTo>
                    <a:pt x="1986318" y="50469"/>
                  </a:lnTo>
                  <a:lnTo>
                    <a:pt x="1954860" y="76276"/>
                  </a:lnTo>
                  <a:lnTo>
                    <a:pt x="1927529" y="106438"/>
                  </a:lnTo>
                  <a:lnTo>
                    <a:pt x="1904911" y="140271"/>
                  </a:lnTo>
                  <a:lnTo>
                    <a:pt x="1887512" y="177063"/>
                  </a:lnTo>
                  <a:lnTo>
                    <a:pt x="1875701" y="216001"/>
                  </a:lnTo>
                  <a:lnTo>
                    <a:pt x="1870138" y="251460"/>
                  </a:lnTo>
                  <a:lnTo>
                    <a:pt x="20015" y="251460"/>
                  </a:lnTo>
                  <a:lnTo>
                    <a:pt x="0" y="271475"/>
                  </a:lnTo>
                  <a:lnTo>
                    <a:pt x="0" y="352044"/>
                  </a:lnTo>
                  <a:lnTo>
                    <a:pt x="1879485" y="352044"/>
                  </a:lnTo>
                  <a:lnTo>
                    <a:pt x="1880908" y="356895"/>
                  </a:lnTo>
                  <a:lnTo>
                    <a:pt x="1895538" y="394881"/>
                  </a:lnTo>
                  <a:lnTo>
                    <a:pt x="1915591" y="430276"/>
                  </a:lnTo>
                  <a:lnTo>
                    <a:pt x="1940636" y="462368"/>
                  </a:lnTo>
                  <a:lnTo>
                    <a:pt x="1970125" y="490423"/>
                  </a:lnTo>
                  <a:lnTo>
                    <a:pt x="2003386" y="513854"/>
                  </a:lnTo>
                  <a:lnTo>
                    <a:pt x="2039734" y="532155"/>
                  </a:lnTo>
                  <a:lnTo>
                    <a:pt x="2078380" y="544918"/>
                  </a:lnTo>
                  <a:lnTo>
                    <a:pt x="2118474" y="551878"/>
                  </a:lnTo>
                  <a:lnTo>
                    <a:pt x="2145601" y="553212"/>
                  </a:lnTo>
                  <a:lnTo>
                    <a:pt x="2152383" y="553135"/>
                  </a:lnTo>
                  <a:lnTo>
                    <a:pt x="2192883" y="549148"/>
                  </a:lnTo>
                  <a:lnTo>
                    <a:pt x="2232355" y="539254"/>
                  </a:lnTo>
                  <a:lnTo>
                    <a:pt x="2269947" y="523684"/>
                  </a:lnTo>
                  <a:lnTo>
                    <a:pt x="2304859" y="502754"/>
                  </a:lnTo>
                  <a:lnTo>
                    <a:pt x="2336317" y="476948"/>
                  </a:lnTo>
                  <a:lnTo>
                    <a:pt x="2363647" y="446786"/>
                  </a:lnTo>
                  <a:lnTo>
                    <a:pt x="2386266" y="412953"/>
                  </a:lnTo>
                  <a:lnTo>
                    <a:pt x="2403665" y="376161"/>
                  </a:lnTo>
                  <a:lnTo>
                    <a:pt x="2411692" y="352044"/>
                  </a:lnTo>
                  <a:lnTo>
                    <a:pt x="4291584" y="352044"/>
                  </a:lnTo>
                  <a:lnTo>
                    <a:pt x="4291584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33238" y="1465901"/>
            <a:ext cx="8342630" cy="187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95"/>
              </a:spcBef>
            </a:pP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design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implement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E-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Commerce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System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language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that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efficiently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manages shopping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operations.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system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must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allow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users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to:</a:t>
            </a:r>
            <a:endParaRPr sz="145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450">
              <a:latin typeface="Cambria" panose="02040503050406030204"/>
              <a:cs typeface="Cambria" panose="02040503050406030204"/>
            </a:endParaRPr>
          </a:p>
          <a:p>
            <a:pPr marL="2110105">
              <a:lnSpc>
                <a:spcPct val="100000"/>
              </a:lnSpc>
              <a:tabLst>
                <a:tab pos="6578600" algn="l"/>
              </a:tabLst>
            </a:pPr>
            <a:r>
              <a:rPr sz="175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r>
              <a:rPr sz="17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	</a:t>
            </a:r>
            <a:r>
              <a:rPr sz="175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175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750">
              <a:latin typeface="Georgia" panose="02040502050405020303"/>
              <a:cs typeface="Georgia" panose="02040502050405020303"/>
            </a:endParaRPr>
          </a:p>
          <a:p>
            <a:pPr marL="221615">
              <a:lnSpc>
                <a:spcPct val="100000"/>
              </a:lnSpc>
              <a:spcBef>
                <a:spcPts val="5"/>
              </a:spcBef>
              <a:tabLst>
                <a:tab pos="4697730" algn="l"/>
              </a:tabLst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Add</a:t>
            </a:r>
            <a:r>
              <a:rPr sz="1800" spc="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products</a:t>
            </a:r>
            <a:r>
              <a:rPr sz="1800" spc="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800" spc="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cart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	Remove</a:t>
            </a:r>
            <a:r>
              <a:rPr sz="1800" spc="7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products</a:t>
            </a:r>
            <a:r>
              <a:rPr sz="1800" spc="7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from</a:t>
            </a:r>
            <a:r>
              <a:rPr sz="1800" spc="7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cart</a:t>
            </a:r>
            <a:endParaRPr sz="180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5412" y="3738371"/>
            <a:ext cx="4291965" cy="1240790"/>
            <a:chOff x="645412" y="3738371"/>
            <a:chExt cx="4291965" cy="1240790"/>
          </a:xfrm>
        </p:grpSpPr>
        <p:sp>
          <p:nvSpPr>
            <p:cNvPr id="13" name="object 13"/>
            <p:cNvSpPr/>
            <p:nvPr/>
          </p:nvSpPr>
          <p:spPr>
            <a:xfrm>
              <a:off x="657989" y="4014977"/>
              <a:ext cx="4266565" cy="951865"/>
            </a:xfrm>
            <a:custGeom>
              <a:avLst/>
              <a:gdLst/>
              <a:ahLst/>
              <a:cxnLst/>
              <a:rect l="l" t="t" r="r" b="b"/>
              <a:pathLst>
                <a:path w="4266565" h="951864">
                  <a:moveTo>
                    <a:pt x="4184203" y="0"/>
                  </a:moveTo>
                  <a:lnTo>
                    <a:pt x="82232" y="0"/>
                  </a:lnTo>
                  <a:lnTo>
                    <a:pt x="76507" y="647"/>
                  </a:lnTo>
                  <a:lnTo>
                    <a:pt x="34309" y="20624"/>
                  </a:lnTo>
                  <a:lnTo>
                    <a:pt x="8909" y="55981"/>
                  </a:lnTo>
                  <a:lnTo>
                    <a:pt x="0" y="93980"/>
                  </a:lnTo>
                  <a:lnTo>
                    <a:pt x="0" y="940854"/>
                  </a:lnTo>
                  <a:lnTo>
                    <a:pt x="0" y="943762"/>
                  </a:lnTo>
                  <a:lnTo>
                    <a:pt x="1021" y="946226"/>
                  </a:lnTo>
                  <a:lnTo>
                    <a:pt x="5119" y="950328"/>
                  </a:lnTo>
                  <a:lnTo>
                    <a:pt x="7594" y="951357"/>
                  </a:lnTo>
                  <a:lnTo>
                    <a:pt x="4258840" y="951357"/>
                  </a:lnTo>
                  <a:lnTo>
                    <a:pt x="4261304" y="950328"/>
                  </a:lnTo>
                  <a:lnTo>
                    <a:pt x="4265406" y="946226"/>
                  </a:lnTo>
                  <a:lnTo>
                    <a:pt x="4266435" y="943762"/>
                  </a:lnTo>
                  <a:lnTo>
                    <a:pt x="4266435" y="93980"/>
                  </a:lnTo>
                  <a:lnTo>
                    <a:pt x="4257520" y="55981"/>
                  </a:lnTo>
                  <a:lnTo>
                    <a:pt x="4232120" y="20624"/>
                  </a:lnTo>
                  <a:lnTo>
                    <a:pt x="4189930" y="647"/>
                  </a:lnTo>
                  <a:lnTo>
                    <a:pt x="4184203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5401" y="4015345"/>
              <a:ext cx="4291965" cy="963930"/>
            </a:xfrm>
            <a:custGeom>
              <a:avLst/>
              <a:gdLst/>
              <a:ahLst/>
              <a:cxnLst/>
              <a:rect l="l" t="t" r="r" b="b"/>
              <a:pathLst>
                <a:path w="4291965" h="963929">
                  <a:moveTo>
                    <a:pt x="4291584" y="100228"/>
                  </a:moveTo>
                  <a:lnTo>
                    <a:pt x="4283926" y="61734"/>
                  </a:lnTo>
                  <a:lnTo>
                    <a:pt x="4262120" y="29108"/>
                  </a:lnTo>
                  <a:lnTo>
                    <a:pt x="4229493" y="7302"/>
                  </a:lnTo>
                  <a:lnTo>
                    <a:pt x="4200906" y="114"/>
                  </a:lnTo>
                  <a:lnTo>
                    <a:pt x="4199001" y="114"/>
                  </a:lnTo>
                  <a:lnTo>
                    <a:pt x="4205719" y="1549"/>
                  </a:lnTo>
                  <a:lnTo>
                    <a:pt x="4212869" y="3949"/>
                  </a:lnTo>
                  <a:lnTo>
                    <a:pt x="4244340" y="29108"/>
                  </a:lnTo>
                  <a:lnTo>
                    <a:pt x="4263212" y="71069"/>
                  </a:lnTo>
                  <a:lnTo>
                    <a:pt x="4266438" y="100228"/>
                  </a:lnTo>
                  <a:lnTo>
                    <a:pt x="4266438" y="938415"/>
                  </a:lnTo>
                  <a:lnTo>
                    <a:pt x="25146" y="938415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938415"/>
                  </a:lnTo>
                  <a:lnTo>
                    <a:pt x="0" y="946873"/>
                  </a:lnTo>
                  <a:lnTo>
                    <a:pt x="2260" y="952309"/>
                  </a:lnTo>
                  <a:lnTo>
                    <a:pt x="11264" y="961313"/>
                  </a:lnTo>
                  <a:lnTo>
                    <a:pt x="16700" y="963574"/>
                  </a:lnTo>
                  <a:lnTo>
                    <a:pt x="4274883" y="963574"/>
                  </a:lnTo>
                  <a:lnTo>
                    <a:pt x="4280319" y="961313"/>
                  </a:lnTo>
                  <a:lnTo>
                    <a:pt x="4284408" y="957224"/>
                  </a:lnTo>
                  <a:lnTo>
                    <a:pt x="4289336" y="952309"/>
                  </a:lnTo>
                  <a:lnTo>
                    <a:pt x="4291584" y="946873"/>
                  </a:lnTo>
                  <a:lnTo>
                    <a:pt x="4291584" y="938415"/>
                  </a:lnTo>
                  <a:lnTo>
                    <a:pt x="4291584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45401" y="3738371"/>
              <a:ext cx="4291965" cy="553720"/>
            </a:xfrm>
            <a:custGeom>
              <a:avLst/>
              <a:gdLst/>
              <a:ahLst/>
              <a:cxnLst/>
              <a:rect l="l" t="t" r="r" b="b"/>
              <a:pathLst>
                <a:path w="4291965" h="553720">
                  <a:moveTo>
                    <a:pt x="4291596" y="271475"/>
                  </a:moveTo>
                  <a:lnTo>
                    <a:pt x="4271581" y="251460"/>
                  </a:lnTo>
                  <a:lnTo>
                    <a:pt x="2421051" y="251460"/>
                  </a:lnTo>
                  <a:lnTo>
                    <a:pt x="2420886" y="249491"/>
                  </a:lnTo>
                  <a:lnTo>
                    <a:pt x="2413927" y="209397"/>
                  </a:lnTo>
                  <a:lnTo>
                    <a:pt x="2401163" y="170751"/>
                  </a:lnTo>
                  <a:lnTo>
                    <a:pt x="2382850" y="134404"/>
                  </a:lnTo>
                  <a:lnTo>
                    <a:pt x="2359431" y="101130"/>
                  </a:lnTo>
                  <a:lnTo>
                    <a:pt x="2331364" y="71653"/>
                  </a:lnTo>
                  <a:lnTo>
                    <a:pt x="2299284" y="46609"/>
                  </a:lnTo>
                  <a:lnTo>
                    <a:pt x="2263864" y="26555"/>
                  </a:lnTo>
                  <a:lnTo>
                    <a:pt x="2225903" y="11912"/>
                  </a:lnTo>
                  <a:lnTo>
                    <a:pt x="2186190" y="2997"/>
                  </a:lnTo>
                  <a:lnTo>
                    <a:pt x="2145601" y="0"/>
                  </a:lnTo>
                  <a:lnTo>
                    <a:pt x="2138807" y="88"/>
                  </a:lnTo>
                  <a:lnTo>
                    <a:pt x="2098319" y="4076"/>
                  </a:lnTo>
                  <a:lnTo>
                    <a:pt x="2058835" y="13970"/>
                  </a:lnTo>
                  <a:lnTo>
                    <a:pt x="2021243" y="29540"/>
                  </a:lnTo>
                  <a:lnTo>
                    <a:pt x="1986330" y="50457"/>
                  </a:lnTo>
                  <a:lnTo>
                    <a:pt x="1954872" y="76276"/>
                  </a:lnTo>
                  <a:lnTo>
                    <a:pt x="1927542" y="106438"/>
                  </a:lnTo>
                  <a:lnTo>
                    <a:pt x="1904936" y="140271"/>
                  </a:lnTo>
                  <a:lnTo>
                    <a:pt x="1887537" y="177063"/>
                  </a:lnTo>
                  <a:lnTo>
                    <a:pt x="1875713" y="216001"/>
                  </a:lnTo>
                  <a:lnTo>
                    <a:pt x="1870151" y="251460"/>
                  </a:lnTo>
                  <a:lnTo>
                    <a:pt x="20015" y="251460"/>
                  </a:lnTo>
                  <a:lnTo>
                    <a:pt x="0" y="271475"/>
                  </a:lnTo>
                  <a:lnTo>
                    <a:pt x="0" y="352044"/>
                  </a:lnTo>
                  <a:lnTo>
                    <a:pt x="1879485" y="352044"/>
                  </a:lnTo>
                  <a:lnTo>
                    <a:pt x="1880908" y="356908"/>
                  </a:lnTo>
                  <a:lnTo>
                    <a:pt x="1895551" y="394881"/>
                  </a:lnTo>
                  <a:lnTo>
                    <a:pt x="1915604" y="430288"/>
                  </a:lnTo>
                  <a:lnTo>
                    <a:pt x="1940648" y="462368"/>
                  </a:lnTo>
                  <a:lnTo>
                    <a:pt x="1970112" y="490423"/>
                  </a:lnTo>
                  <a:lnTo>
                    <a:pt x="2003399" y="513867"/>
                  </a:lnTo>
                  <a:lnTo>
                    <a:pt x="2039759" y="532168"/>
                  </a:lnTo>
                  <a:lnTo>
                    <a:pt x="2078393" y="544931"/>
                  </a:lnTo>
                  <a:lnTo>
                    <a:pt x="2118499" y="551891"/>
                  </a:lnTo>
                  <a:lnTo>
                    <a:pt x="2145601" y="553212"/>
                  </a:lnTo>
                  <a:lnTo>
                    <a:pt x="2152383" y="553135"/>
                  </a:lnTo>
                  <a:lnTo>
                    <a:pt x="2192896" y="549148"/>
                  </a:lnTo>
                  <a:lnTo>
                    <a:pt x="2232368" y="539254"/>
                  </a:lnTo>
                  <a:lnTo>
                    <a:pt x="2269972" y="523684"/>
                  </a:lnTo>
                  <a:lnTo>
                    <a:pt x="2304872" y="502754"/>
                  </a:lnTo>
                  <a:lnTo>
                    <a:pt x="2336330" y="476948"/>
                  </a:lnTo>
                  <a:lnTo>
                    <a:pt x="2363660" y="446786"/>
                  </a:lnTo>
                  <a:lnTo>
                    <a:pt x="2386266" y="412953"/>
                  </a:lnTo>
                  <a:lnTo>
                    <a:pt x="2403678" y="376161"/>
                  </a:lnTo>
                  <a:lnTo>
                    <a:pt x="2411704" y="352044"/>
                  </a:lnTo>
                  <a:lnTo>
                    <a:pt x="4291596" y="352044"/>
                  </a:lnTo>
                  <a:lnTo>
                    <a:pt x="4291596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724607" y="3856263"/>
            <a:ext cx="1333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2918" y="4450547"/>
            <a:ext cx="2839720" cy="302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Undo</a:t>
            </a:r>
            <a:r>
              <a:rPr sz="1800" spc="1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last</a:t>
            </a:r>
            <a:r>
              <a:rPr sz="1800" spc="1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removed</a:t>
            </a:r>
            <a:r>
              <a:rPr sz="1800" spc="1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product</a:t>
            </a:r>
            <a:endParaRPr sz="180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21401" y="3738371"/>
            <a:ext cx="4291965" cy="1240790"/>
            <a:chOff x="5121401" y="3738371"/>
            <a:chExt cx="4291965" cy="1240790"/>
          </a:xfrm>
        </p:grpSpPr>
        <p:sp>
          <p:nvSpPr>
            <p:cNvPr id="19" name="object 19"/>
            <p:cNvSpPr/>
            <p:nvPr/>
          </p:nvSpPr>
          <p:spPr>
            <a:xfrm>
              <a:off x="5133975" y="4014977"/>
              <a:ext cx="4266565" cy="951865"/>
            </a:xfrm>
            <a:custGeom>
              <a:avLst/>
              <a:gdLst/>
              <a:ahLst/>
              <a:cxnLst/>
              <a:rect l="l" t="t" r="r" b="b"/>
              <a:pathLst>
                <a:path w="4266565" h="951864">
                  <a:moveTo>
                    <a:pt x="4184205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15" y="20624"/>
                  </a:lnTo>
                  <a:lnTo>
                    <a:pt x="8915" y="55981"/>
                  </a:lnTo>
                  <a:lnTo>
                    <a:pt x="0" y="93980"/>
                  </a:lnTo>
                  <a:lnTo>
                    <a:pt x="0" y="940854"/>
                  </a:lnTo>
                  <a:lnTo>
                    <a:pt x="0" y="943762"/>
                  </a:lnTo>
                  <a:lnTo>
                    <a:pt x="1016" y="946226"/>
                  </a:lnTo>
                  <a:lnTo>
                    <a:pt x="5130" y="950328"/>
                  </a:lnTo>
                  <a:lnTo>
                    <a:pt x="7594" y="951357"/>
                  </a:lnTo>
                  <a:lnTo>
                    <a:pt x="4258843" y="951357"/>
                  </a:lnTo>
                  <a:lnTo>
                    <a:pt x="4261307" y="950328"/>
                  </a:lnTo>
                  <a:lnTo>
                    <a:pt x="4265409" y="946226"/>
                  </a:lnTo>
                  <a:lnTo>
                    <a:pt x="4266438" y="943762"/>
                  </a:lnTo>
                  <a:lnTo>
                    <a:pt x="4266438" y="93980"/>
                  </a:lnTo>
                  <a:lnTo>
                    <a:pt x="4257522" y="55981"/>
                  </a:lnTo>
                  <a:lnTo>
                    <a:pt x="4232122" y="20624"/>
                  </a:lnTo>
                  <a:lnTo>
                    <a:pt x="4189933" y="647"/>
                  </a:lnTo>
                  <a:lnTo>
                    <a:pt x="4184205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121389" y="4015345"/>
              <a:ext cx="4291965" cy="963930"/>
            </a:xfrm>
            <a:custGeom>
              <a:avLst/>
              <a:gdLst/>
              <a:ahLst/>
              <a:cxnLst/>
              <a:rect l="l" t="t" r="r" b="b"/>
              <a:pathLst>
                <a:path w="4291965" h="963929">
                  <a:moveTo>
                    <a:pt x="4291584" y="100228"/>
                  </a:moveTo>
                  <a:lnTo>
                    <a:pt x="4283926" y="61734"/>
                  </a:lnTo>
                  <a:lnTo>
                    <a:pt x="4262120" y="29108"/>
                  </a:lnTo>
                  <a:lnTo>
                    <a:pt x="4229493" y="7302"/>
                  </a:lnTo>
                  <a:lnTo>
                    <a:pt x="4200906" y="114"/>
                  </a:lnTo>
                  <a:lnTo>
                    <a:pt x="4199001" y="114"/>
                  </a:lnTo>
                  <a:lnTo>
                    <a:pt x="4205719" y="1549"/>
                  </a:lnTo>
                  <a:lnTo>
                    <a:pt x="4212869" y="3949"/>
                  </a:lnTo>
                  <a:lnTo>
                    <a:pt x="4244340" y="29108"/>
                  </a:lnTo>
                  <a:lnTo>
                    <a:pt x="4263212" y="71069"/>
                  </a:lnTo>
                  <a:lnTo>
                    <a:pt x="4266438" y="100228"/>
                  </a:lnTo>
                  <a:lnTo>
                    <a:pt x="4266438" y="938415"/>
                  </a:lnTo>
                  <a:lnTo>
                    <a:pt x="25146" y="938415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938415"/>
                  </a:lnTo>
                  <a:lnTo>
                    <a:pt x="0" y="946873"/>
                  </a:lnTo>
                  <a:lnTo>
                    <a:pt x="2247" y="952309"/>
                  </a:lnTo>
                  <a:lnTo>
                    <a:pt x="11264" y="961313"/>
                  </a:lnTo>
                  <a:lnTo>
                    <a:pt x="16700" y="963574"/>
                  </a:lnTo>
                  <a:lnTo>
                    <a:pt x="4274883" y="963574"/>
                  </a:lnTo>
                  <a:lnTo>
                    <a:pt x="4280319" y="961313"/>
                  </a:lnTo>
                  <a:lnTo>
                    <a:pt x="4284408" y="957224"/>
                  </a:lnTo>
                  <a:lnTo>
                    <a:pt x="4289336" y="952309"/>
                  </a:lnTo>
                  <a:lnTo>
                    <a:pt x="4291584" y="946873"/>
                  </a:lnTo>
                  <a:lnTo>
                    <a:pt x="4291584" y="938415"/>
                  </a:lnTo>
                  <a:lnTo>
                    <a:pt x="4291584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121402" y="3738371"/>
              <a:ext cx="4291965" cy="553720"/>
            </a:xfrm>
            <a:custGeom>
              <a:avLst/>
              <a:gdLst/>
              <a:ahLst/>
              <a:cxnLst/>
              <a:rect l="l" t="t" r="r" b="b"/>
              <a:pathLst>
                <a:path w="4291965" h="553720">
                  <a:moveTo>
                    <a:pt x="4291584" y="271475"/>
                  </a:moveTo>
                  <a:lnTo>
                    <a:pt x="4271569" y="251460"/>
                  </a:lnTo>
                  <a:lnTo>
                    <a:pt x="2421039" y="251460"/>
                  </a:lnTo>
                  <a:lnTo>
                    <a:pt x="2420874" y="249491"/>
                  </a:lnTo>
                  <a:lnTo>
                    <a:pt x="2413914" y="209397"/>
                  </a:lnTo>
                  <a:lnTo>
                    <a:pt x="2401151" y="170751"/>
                  </a:lnTo>
                  <a:lnTo>
                    <a:pt x="2382850" y="134404"/>
                  </a:lnTo>
                  <a:lnTo>
                    <a:pt x="2359418" y="101130"/>
                  </a:lnTo>
                  <a:lnTo>
                    <a:pt x="2331351" y="71653"/>
                  </a:lnTo>
                  <a:lnTo>
                    <a:pt x="2299271" y="46609"/>
                  </a:lnTo>
                  <a:lnTo>
                    <a:pt x="2263851" y="26555"/>
                  </a:lnTo>
                  <a:lnTo>
                    <a:pt x="2225891" y="11912"/>
                  </a:lnTo>
                  <a:lnTo>
                    <a:pt x="2186178" y="2997"/>
                  </a:lnTo>
                  <a:lnTo>
                    <a:pt x="2145601" y="0"/>
                  </a:lnTo>
                  <a:lnTo>
                    <a:pt x="2138807" y="88"/>
                  </a:lnTo>
                  <a:lnTo>
                    <a:pt x="2098294" y="4076"/>
                  </a:lnTo>
                  <a:lnTo>
                    <a:pt x="2058822" y="13970"/>
                  </a:lnTo>
                  <a:lnTo>
                    <a:pt x="2021230" y="29540"/>
                  </a:lnTo>
                  <a:lnTo>
                    <a:pt x="1986318" y="50457"/>
                  </a:lnTo>
                  <a:lnTo>
                    <a:pt x="1954860" y="76276"/>
                  </a:lnTo>
                  <a:lnTo>
                    <a:pt x="1927529" y="106438"/>
                  </a:lnTo>
                  <a:lnTo>
                    <a:pt x="1904911" y="140271"/>
                  </a:lnTo>
                  <a:lnTo>
                    <a:pt x="1887512" y="177063"/>
                  </a:lnTo>
                  <a:lnTo>
                    <a:pt x="1875701" y="216001"/>
                  </a:lnTo>
                  <a:lnTo>
                    <a:pt x="1870138" y="251460"/>
                  </a:lnTo>
                  <a:lnTo>
                    <a:pt x="20015" y="251460"/>
                  </a:lnTo>
                  <a:lnTo>
                    <a:pt x="0" y="271475"/>
                  </a:lnTo>
                  <a:lnTo>
                    <a:pt x="0" y="352044"/>
                  </a:lnTo>
                  <a:lnTo>
                    <a:pt x="1879485" y="352044"/>
                  </a:lnTo>
                  <a:lnTo>
                    <a:pt x="1880908" y="356908"/>
                  </a:lnTo>
                  <a:lnTo>
                    <a:pt x="1895538" y="394881"/>
                  </a:lnTo>
                  <a:lnTo>
                    <a:pt x="1915591" y="430288"/>
                  </a:lnTo>
                  <a:lnTo>
                    <a:pt x="1940636" y="462368"/>
                  </a:lnTo>
                  <a:lnTo>
                    <a:pt x="1970125" y="490423"/>
                  </a:lnTo>
                  <a:lnTo>
                    <a:pt x="2003386" y="513867"/>
                  </a:lnTo>
                  <a:lnTo>
                    <a:pt x="2039734" y="532168"/>
                  </a:lnTo>
                  <a:lnTo>
                    <a:pt x="2078380" y="544931"/>
                  </a:lnTo>
                  <a:lnTo>
                    <a:pt x="2118474" y="551891"/>
                  </a:lnTo>
                  <a:lnTo>
                    <a:pt x="2145601" y="553212"/>
                  </a:lnTo>
                  <a:lnTo>
                    <a:pt x="2152383" y="553135"/>
                  </a:lnTo>
                  <a:lnTo>
                    <a:pt x="2192883" y="549148"/>
                  </a:lnTo>
                  <a:lnTo>
                    <a:pt x="2232355" y="539254"/>
                  </a:lnTo>
                  <a:lnTo>
                    <a:pt x="2269947" y="523684"/>
                  </a:lnTo>
                  <a:lnTo>
                    <a:pt x="2304859" y="502754"/>
                  </a:lnTo>
                  <a:lnTo>
                    <a:pt x="2336317" y="476948"/>
                  </a:lnTo>
                  <a:lnTo>
                    <a:pt x="2363647" y="446786"/>
                  </a:lnTo>
                  <a:lnTo>
                    <a:pt x="2386266" y="412953"/>
                  </a:lnTo>
                  <a:lnTo>
                    <a:pt x="2403665" y="376161"/>
                  </a:lnTo>
                  <a:lnTo>
                    <a:pt x="2411692" y="352044"/>
                  </a:lnTo>
                  <a:lnTo>
                    <a:pt x="4291584" y="352044"/>
                  </a:lnTo>
                  <a:lnTo>
                    <a:pt x="4291584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199286" y="3856263"/>
            <a:ext cx="13525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18378" y="4450547"/>
            <a:ext cx="2190115" cy="302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Display</a:t>
            </a:r>
            <a:r>
              <a:rPr sz="1800" spc="1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all</a:t>
            </a:r>
            <a:r>
              <a:rPr sz="1800" spc="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cart</a:t>
            </a:r>
            <a:r>
              <a:rPr sz="1800" spc="1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items</a:t>
            </a:r>
            <a:endParaRPr sz="180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45412" y="5163311"/>
            <a:ext cx="4291965" cy="1232535"/>
            <a:chOff x="645412" y="5163311"/>
            <a:chExt cx="4291965" cy="1232535"/>
          </a:xfrm>
        </p:grpSpPr>
        <p:sp>
          <p:nvSpPr>
            <p:cNvPr id="25" name="object 25"/>
            <p:cNvSpPr/>
            <p:nvPr/>
          </p:nvSpPr>
          <p:spPr>
            <a:xfrm>
              <a:off x="657989" y="5439917"/>
              <a:ext cx="4266565" cy="942975"/>
            </a:xfrm>
            <a:custGeom>
              <a:avLst/>
              <a:gdLst/>
              <a:ahLst/>
              <a:cxnLst/>
              <a:rect l="l" t="t" r="r" b="b"/>
              <a:pathLst>
                <a:path w="4266565" h="942975">
                  <a:moveTo>
                    <a:pt x="4184203" y="0"/>
                  </a:moveTo>
                  <a:lnTo>
                    <a:pt x="82232" y="0"/>
                  </a:lnTo>
                  <a:lnTo>
                    <a:pt x="76507" y="647"/>
                  </a:lnTo>
                  <a:lnTo>
                    <a:pt x="34309" y="20624"/>
                  </a:lnTo>
                  <a:lnTo>
                    <a:pt x="8909" y="55981"/>
                  </a:lnTo>
                  <a:lnTo>
                    <a:pt x="0" y="93980"/>
                  </a:lnTo>
                  <a:lnTo>
                    <a:pt x="0" y="932472"/>
                  </a:lnTo>
                  <a:lnTo>
                    <a:pt x="0" y="935380"/>
                  </a:lnTo>
                  <a:lnTo>
                    <a:pt x="1021" y="937844"/>
                  </a:lnTo>
                  <a:lnTo>
                    <a:pt x="5119" y="941946"/>
                  </a:lnTo>
                  <a:lnTo>
                    <a:pt x="7594" y="942975"/>
                  </a:lnTo>
                  <a:lnTo>
                    <a:pt x="4258840" y="942975"/>
                  </a:lnTo>
                  <a:lnTo>
                    <a:pt x="4261304" y="941946"/>
                  </a:lnTo>
                  <a:lnTo>
                    <a:pt x="4265406" y="937844"/>
                  </a:lnTo>
                  <a:lnTo>
                    <a:pt x="4266435" y="935380"/>
                  </a:lnTo>
                  <a:lnTo>
                    <a:pt x="4266435" y="93980"/>
                  </a:lnTo>
                  <a:lnTo>
                    <a:pt x="4257520" y="55981"/>
                  </a:lnTo>
                  <a:lnTo>
                    <a:pt x="4232120" y="20624"/>
                  </a:lnTo>
                  <a:lnTo>
                    <a:pt x="4189930" y="647"/>
                  </a:lnTo>
                  <a:lnTo>
                    <a:pt x="4184203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45401" y="5440286"/>
              <a:ext cx="4291965" cy="955675"/>
            </a:xfrm>
            <a:custGeom>
              <a:avLst/>
              <a:gdLst/>
              <a:ahLst/>
              <a:cxnLst/>
              <a:rect l="l" t="t" r="r" b="b"/>
              <a:pathLst>
                <a:path w="4291965" h="955675">
                  <a:moveTo>
                    <a:pt x="4291584" y="100228"/>
                  </a:moveTo>
                  <a:lnTo>
                    <a:pt x="4283926" y="61734"/>
                  </a:lnTo>
                  <a:lnTo>
                    <a:pt x="4262120" y="29108"/>
                  </a:lnTo>
                  <a:lnTo>
                    <a:pt x="4229493" y="7302"/>
                  </a:lnTo>
                  <a:lnTo>
                    <a:pt x="4200906" y="114"/>
                  </a:lnTo>
                  <a:lnTo>
                    <a:pt x="4199001" y="114"/>
                  </a:lnTo>
                  <a:lnTo>
                    <a:pt x="4205719" y="1549"/>
                  </a:lnTo>
                  <a:lnTo>
                    <a:pt x="4212869" y="3949"/>
                  </a:lnTo>
                  <a:lnTo>
                    <a:pt x="4244340" y="29108"/>
                  </a:lnTo>
                  <a:lnTo>
                    <a:pt x="4263212" y="71069"/>
                  </a:lnTo>
                  <a:lnTo>
                    <a:pt x="4266438" y="100228"/>
                  </a:lnTo>
                  <a:lnTo>
                    <a:pt x="4266438" y="930033"/>
                  </a:lnTo>
                  <a:lnTo>
                    <a:pt x="25146" y="930033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930033"/>
                  </a:lnTo>
                  <a:lnTo>
                    <a:pt x="0" y="938491"/>
                  </a:lnTo>
                  <a:lnTo>
                    <a:pt x="2260" y="943927"/>
                  </a:lnTo>
                  <a:lnTo>
                    <a:pt x="11264" y="952931"/>
                  </a:lnTo>
                  <a:lnTo>
                    <a:pt x="16700" y="955192"/>
                  </a:lnTo>
                  <a:lnTo>
                    <a:pt x="4274883" y="955192"/>
                  </a:lnTo>
                  <a:lnTo>
                    <a:pt x="4280319" y="952931"/>
                  </a:lnTo>
                  <a:lnTo>
                    <a:pt x="4284408" y="948842"/>
                  </a:lnTo>
                  <a:lnTo>
                    <a:pt x="4289336" y="943927"/>
                  </a:lnTo>
                  <a:lnTo>
                    <a:pt x="4291584" y="938491"/>
                  </a:lnTo>
                  <a:lnTo>
                    <a:pt x="4291584" y="930033"/>
                  </a:lnTo>
                  <a:lnTo>
                    <a:pt x="4291584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45401" y="5163311"/>
              <a:ext cx="4291965" cy="553720"/>
            </a:xfrm>
            <a:custGeom>
              <a:avLst/>
              <a:gdLst/>
              <a:ahLst/>
              <a:cxnLst/>
              <a:rect l="l" t="t" r="r" b="b"/>
              <a:pathLst>
                <a:path w="4291965" h="553720">
                  <a:moveTo>
                    <a:pt x="4291596" y="271475"/>
                  </a:moveTo>
                  <a:lnTo>
                    <a:pt x="4271581" y="251460"/>
                  </a:lnTo>
                  <a:lnTo>
                    <a:pt x="2421051" y="251460"/>
                  </a:lnTo>
                  <a:lnTo>
                    <a:pt x="2420886" y="249491"/>
                  </a:lnTo>
                  <a:lnTo>
                    <a:pt x="2413927" y="209397"/>
                  </a:lnTo>
                  <a:lnTo>
                    <a:pt x="2401163" y="170751"/>
                  </a:lnTo>
                  <a:lnTo>
                    <a:pt x="2382850" y="134404"/>
                  </a:lnTo>
                  <a:lnTo>
                    <a:pt x="2359431" y="101130"/>
                  </a:lnTo>
                  <a:lnTo>
                    <a:pt x="2331364" y="71653"/>
                  </a:lnTo>
                  <a:lnTo>
                    <a:pt x="2299284" y="46609"/>
                  </a:lnTo>
                  <a:lnTo>
                    <a:pt x="2263864" y="26555"/>
                  </a:lnTo>
                  <a:lnTo>
                    <a:pt x="2225903" y="11912"/>
                  </a:lnTo>
                  <a:lnTo>
                    <a:pt x="2186190" y="2997"/>
                  </a:lnTo>
                  <a:lnTo>
                    <a:pt x="2145601" y="0"/>
                  </a:lnTo>
                  <a:lnTo>
                    <a:pt x="2138807" y="88"/>
                  </a:lnTo>
                  <a:lnTo>
                    <a:pt x="2098319" y="4076"/>
                  </a:lnTo>
                  <a:lnTo>
                    <a:pt x="2058835" y="13970"/>
                  </a:lnTo>
                  <a:lnTo>
                    <a:pt x="2021243" y="29540"/>
                  </a:lnTo>
                  <a:lnTo>
                    <a:pt x="1986330" y="50457"/>
                  </a:lnTo>
                  <a:lnTo>
                    <a:pt x="1954872" y="76276"/>
                  </a:lnTo>
                  <a:lnTo>
                    <a:pt x="1927542" y="106438"/>
                  </a:lnTo>
                  <a:lnTo>
                    <a:pt x="1904936" y="140271"/>
                  </a:lnTo>
                  <a:lnTo>
                    <a:pt x="1887537" y="177063"/>
                  </a:lnTo>
                  <a:lnTo>
                    <a:pt x="1875713" y="216001"/>
                  </a:lnTo>
                  <a:lnTo>
                    <a:pt x="1870151" y="251460"/>
                  </a:lnTo>
                  <a:lnTo>
                    <a:pt x="20015" y="251460"/>
                  </a:lnTo>
                  <a:lnTo>
                    <a:pt x="0" y="271475"/>
                  </a:lnTo>
                  <a:lnTo>
                    <a:pt x="0" y="352044"/>
                  </a:lnTo>
                  <a:lnTo>
                    <a:pt x="1879498" y="352044"/>
                  </a:lnTo>
                  <a:lnTo>
                    <a:pt x="1880908" y="356895"/>
                  </a:lnTo>
                  <a:lnTo>
                    <a:pt x="1895551" y="394881"/>
                  </a:lnTo>
                  <a:lnTo>
                    <a:pt x="1915604" y="430276"/>
                  </a:lnTo>
                  <a:lnTo>
                    <a:pt x="1940648" y="462368"/>
                  </a:lnTo>
                  <a:lnTo>
                    <a:pt x="1970112" y="490423"/>
                  </a:lnTo>
                  <a:lnTo>
                    <a:pt x="2003399" y="513867"/>
                  </a:lnTo>
                  <a:lnTo>
                    <a:pt x="2039759" y="532155"/>
                  </a:lnTo>
                  <a:lnTo>
                    <a:pt x="2078393" y="544931"/>
                  </a:lnTo>
                  <a:lnTo>
                    <a:pt x="2118499" y="551878"/>
                  </a:lnTo>
                  <a:lnTo>
                    <a:pt x="2145601" y="553224"/>
                  </a:lnTo>
                  <a:lnTo>
                    <a:pt x="2152383" y="553135"/>
                  </a:lnTo>
                  <a:lnTo>
                    <a:pt x="2192896" y="549148"/>
                  </a:lnTo>
                  <a:lnTo>
                    <a:pt x="2232368" y="539254"/>
                  </a:lnTo>
                  <a:lnTo>
                    <a:pt x="2269972" y="523684"/>
                  </a:lnTo>
                  <a:lnTo>
                    <a:pt x="2304872" y="502754"/>
                  </a:lnTo>
                  <a:lnTo>
                    <a:pt x="2336330" y="476948"/>
                  </a:lnTo>
                  <a:lnTo>
                    <a:pt x="2363660" y="446786"/>
                  </a:lnTo>
                  <a:lnTo>
                    <a:pt x="2386266" y="412953"/>
                  </a:lnTo>
                  <a:lnTo>
                    <a:pt x="2403678" y="376161"/>
                  </a:lnTo>
                  <a:lnTo>
                    <a:pt x="2411704" y="352044"/>
                  </a:lnTo>
                  <a:lnTo>
                    <a:pt x="4291596" y="352044"/>
                  </a:lnTo>
                  <a:lnTo>
                    <a:pt x="4291596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724873" y="5281203"/>
            <a:ext cx="1333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121401" y="5163311"/>
            <a:ext cx="4291965" cy="1232535"/>
            <a:chOff x="5121401" y="5163311"/>
            <a:chExt cx="4291965" cy="1232535"/>
          </a:xfrm>
        </p:grpSpPr>
        <p:sp>
          <p:nvSpPr>
            <p:cNvPr id="30" name="object 30"/>
            <p:cNvSpPr/>
            <p:nvPr/>
          </p:nvSpPr>
          <p:spPr>
            <a:xfrm>
              <a:off x="5133975" y="5439917"/>
              <a:ext cx="4266565" cy="942975"/>
            </a:xfrm>
            <a:custGeom>
              <a:avLst/>
              <a:gdLst/>
              <a:ahLst/>
              <a:cxnLst/>
              <a:rect l="l" t="t" r="r" b="b"/>
              <a:pathLst>
                <a:path w="4266565" h="942975">
                  <a:moveTo>
                    <a:pt x="4184205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15" y="20624"/>
                  </a:lnTo>
                  <a:lnTo>
                    <a:pt x="8915" y="55981"/>
                  </a:lnTo>
                  <a:lnTo>
                    <a:pt x="0" y="93980"/>
                  </a:lnTo>
                  <a:lnTo>
                    <a:pt x="0" y="932472"/>
                  </a:lnTo>
                  <a:lnTo>
                    <a:pt x="0" y="935380"/>
                  </a:lnTo>
                  <a:lnTo>
                    <a:pt x="1016" y="937844"/>
                  </a:lnTo>
                  <a:lnTo>
                    <a:pt x="5130" y="941946"/>
                  </a:lnTo>
                  <a:lnTo>
                    <a:pt x="7594" y="942975"/>
                  </a:lnTo>
                  <a:lnTo>
                    <a:pt x="4258843" y="942975"/>
                  </a:lnTo>
                  <a:lnTo>
                    <a:pt x="4261307" y="941946"/>
                  </a:lnTo>
                  <a:lnTo>
                    <a:pt x="4265409" y="937844"/>
                  </a:lnTo>
                  <a:lnTo>
                    <a:pt x="4266438" y="935380"/>
                  </a:lnTo>
                  <a:lnTo>
                    <a:pt x="4266438" y="93980"/>
                  </a:lnTo>
                  <a:lnTo>
                    <a:pt x="4257522" y="55981"/>
                  </a:lnTo>
                  <a:lnTo>
                    <a:pt x="4232122" y="20624"/>
                  </a:lnTo>
                  <a:lnTo>
                    <a:pt x="4189933" y="647"/>
                  </a:lnTo>
                  <a:lnTo>
                    <a:pt x="4184205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121389" y="5440286"/>
              <a:ext cx="4291965" cy="955675"/>
            </a:xfrm>
            <a:custGeom>
              <a:avLst/>
              <a:gdLst/>
              <a:ahLst/>
              <a:cxnLst/>
              <a:rect l="l" t="t" r="r" b="b"/>
              <a:pathLst>
                <a:path w="4291965" h="955675">
                  <a:moveTo>
                    <a:pt x="4291584" y="100228"/>
                  </a:moveTo>
                  <a:lnTo>
                    <a:pt x="4283926" y="61734"/>
                  </a:lnTo>
                  <a:lnTo>
                    <a:pt x="4262120" y="29108"/>
                  </a:lnTo>
                  <a:lnTo>
                    <a:pt x="4229493" y="7302"/>
                  </a:lnTo>
                  <a:lnTo>
                    <a:pt x="4200906" y="114"/>
                  </a:lnTo>
                  <a:lnTo>
                    <a:pt x="4199001" y="114"/>
                  </a:lnTo>
                  <a:lnTo>
                    <a:pt x="4205719" y="1549"/>
                  </a:lnTo>
                  <a:lnTo>
                    <a:pt x="4212869" y="3949"/>
                  </a:lnTo>
                  <a:lnTo>
                    <a:pt x="4244340" y="29108"/>
                  </a:lnTo>
                  <a:lnTo>
                    <a:pt x="4263212" y="71069"/>
                  </a:lnTo>
                  <a:lnTo>
                    <a:pt x="4266438" y="100228"/>
                  </a:lnTo>
                  <a:lnTo>
                    <a:pt x="4266438" y="930033"/>
                  </a:lnTo>
                  <a:lnTo>
                    <a:pt x="25146" y="930033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930033"/>
                  </a:lnTo>
                  <a:lnTo>
                    <a:pt x="0" y="938491"/>
                  </a:lnTo>
                  <a:lnTo>
                    <a:pt x="2247" y="943927"/>
                  </a:lnTo>
                  <a:lnTo>
                    <a:pt x="11264" y="952931"/>
                  </a:lnTo>
                  <a:lnTo>
                    <a:pt x="16700" y="955192"/>
                  </a:lnTo>
                  <a:lnTo>
                    <a:pt x="4274883" y="955192"/>
                  </a:lnTo>
                  <a:lnTo>
                    <a:pt x="4280319" y="952931"/>
                  </a:lnTo>
                  <a:lnTo>
                    <a:pt x="4284408" y="948842"/>
                  </a:lnTo>
                  <a:lnTo>
                    <a:pt x="4289336" y="943927"/>
                  </a:lnTo>
                  <a:lnTo>
                    <a:pt x="4291584" y="938491"/>
                  </a:lnTo>
                  <a:lnTo>
                    <a:pt x="4291584" y="930033"/>
                  </a:lnTo>
                  <a:lnTo>
                    <a:pt x="4291584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121402" y="5163311"/>
              <a:ext cx="4291965" cy="553720"/>
            </a:xfrm>
            <a:custGeom>
              <a:avLst/>
              <a:gdLst/>
              <a:ahLst/>
              <a:cxnLst/>
              <a:rect l="l" t="t" r="r" b="b"/>
              <a:pathLst>
                <a:path w="4291965" h="553720">
                  <a:moveTo>
                    <a:pt x="4291584" y="271475"/>
                  </a:moveTo>
                  <a:lnTo>
                    <a:pt x="4271569" y="251460"/>
                  </a:lnTo>
                  <a:lnTo>
                    <a:pt x="2421039" y="251460"/>
                  </a:lnTo>
                  <a:lnTo>
                    <a:pt x="2420874" y="249491"/>
                  </a:lnTo>
                  <a:lnTo>
                    <a:pt x="2413914" y="209397"/>
                  </a:lnTo>
                  <a:lnTo>
                    <a:pt x="2401151" y="170751"/>
                  </a:lnTo>
                  <a:lnTo>
                    <a:pt x="2382850" y="134404"/>
                  </a:lnTo>
                  <a:lnTo>
                    <a:pt x="2359418" y="101130"/>
                  </a:lnTo>
                  <a:lnTo>
                    <a:pt x="2331351" y="71653"/>
                  </a:lnTo>
                  <a:lnTo>
                    <a:pt x="2299271" y="46609"/>
                  </a:lnTo>
                  <a:lnTo>
                    <a:pt x="2263851" y="26555"/>
                  </a:lnTo>
                  <a:lnTo>
                    <a:pt x="2225891" y="11912"/>
                  </a:lnTo>
                  <a:lnTo>
                    <a:pt x="2186178" y="2997"/>
                  </a:lnTo>
                  <a:lnTo>
                    <a:pt x="2145601" y="0"/>
                  </a:lnTo>
                  <a:lnTo>
                    <a:pt x="2138807" y="88"/>
                  </a:lnTo>
                  <a:lnTo>
                    <a:pt x="2098294" y="4076"/>
                  </a:lnTo>
                  <a:lnTo>
                    <a:pt x="2058822" y="13970"/>
                  </a:lnTo>
                  <a:lnTo>
                    <a:pt x="2021230" y="29540"/>
                  </a:lnTo>
                  <a:lnTo>
                    <a:pt x="1986318" y="50457"/>
                  </a:lnTo>
                  <a:lnTo>
                    <a:pt x="1954860" y="76276"/>
                  </a:lnTo>
                  <a:lnTo>
                    <a:pt x="1927529" y="106438"/>
                  </a:lnTo>
                  <a:lnTo>
                    <a:pt x="1904911" y="140271"/>
                  </a:lnTo>
                  <a:lnTo>
                    <a:pt x="1887512" y="177063"/>
                  </a:lnTo>
                  <a:lnTo>
                    <a:pt x="1875701" y="216001"/>
                  </a:lnTo>
                  <a:lnTo>
                    <a:pt x="1870138" y="251460"/>
                  </a:lnTo>
                  <a:lnTo>
                    <a:pt x="20015" y="251460"/>
                  </a:lnTo>
                  <a:lnTo>
                    <a:pt x="0" y="271475"/>
                  </a:lnTo>
                  <a:lnTo>
                    <a:pt x="0" y="352044"/>
                  </a:lnTo>
                  <a:lnTo>
                    <a:pt x="1879485" y="352044"/>
                  </a:lnTo>
                  <a:lnTo>
                    <a:pt x="1880908" y="356895"/>
                  </a:lnTo>
                  <a:lnTo>
                    <a:pt x="1895538" y="394881"/>
                  </a:lnTo>
                  <a:lnTo>
                    <a:pt x="1915591" y="430276"/>
                  </a:lnTo>
                  <a:lnTo>
                    <a:pt x="1940636" y="462368"/>
                  </a:lnTo>
                  <a:lnTo>
                    <a:pt x="1970125" y="490423"/>
                  </a:lnTo>
                  <a:lnTo>
                    <a:pt x="2003386" y="513867"/>
                  </a:lnTo>
                  <a:lnTo>
                    <a:pt x="2039734" y="532155"/>
                  </a:lnTo>
                  <a:lnTo>
                    <a:pt x="2078380" y="544931"/>
                  </a:lnTo>
                  <a:lnTo>
                    <a:pt x="2118474" y="551878"/>
                  </a:lnTo>
                  <a:lnTo>
                    <a:pt x="2145601" y="553224"/>
                  </a:lnTo>
                  <a:lnTo>
                    <a:pt x="2152383" y="553135"/>
                  </a:lnTo>
                  <a:lnTo>
                    <a:pt x="2192883" y="549148"/>
                  </a:lnTo>
                  <a:lnTo>
                    <a:pt x="2232355" y="539254"/>
                  </a:lnTo>
                  <a:lnTo>
                    <a:pt x="2269947" y="523684"/>
                  </a:lnTo>
                  <a:lnTo>
                    <a:pt x="2304859" y="502754"/>
                  </a:lnTo>
                  <a:lnTo>
                    <a:pt x="2336317" y="476948"/>
                  </a:lnTo>
                  <a:lnTo>
                    <a:pt x="2363647" y="446786"/>
                  </a:lnTo>
                  <a:lnTo>
                    <a:pt x="2386266" y="412953"/>
                  </a:lnTo>
                  <a:lnTo>
                    <a:pt x="2403665" y="376161"/>
                  </a:lnTo>
                  <a:lnTo>
                    <a:pt x="2411692" y="352044"/>
                  </a:lnTo>
                  <a:lnTo>
                    <a:pt x="4291584" y="352044"/>
                  </a:lnTo>
                  <a:lnTo>
                    <a:pt x="4291584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7197852" y="5281203"/>
            <a:ext cx="13843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3234" y="5875487"/>
            <a:ext cx="8663940" cy="12820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15"/>
              </a:spcBef>
              <a:tabLst>
                <a:tab pos="4697730" algn="l"/>
              </a:tabLst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Calculate</a:t>
            </a:r>
            <a:r>
              <a:rPr sz="1800" spc="1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total</a:t>
            </a:r>
            <a:r>
              <a:rPr sz="1800" spc="10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price</a:t>
            </a:r>
            <a:r>
              <a:rPr sz="1800" spc="1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with</a:t>
            </a:r>
            <a:r>
              <a:rPr sz="1800" spc="10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discount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	Simulate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checkout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3000"/>
              </a:lnSpc>
            </a:pP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system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must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use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Table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storage,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Linked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List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management,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undo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functionality,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demonstrating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practical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application</a:t>
            </a:r>
            <a:r>
              <a:rPr sz="1450" spc="1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data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structures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1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3238" y="2493182"/>
            <a:ext cx="3883660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55" dirty="0"/>
              <a:t>7.</a:t>
            </a:r>
            <a:r>
              <a:rPr spc="-50" dirty="0"/>
              <a:t> </a:t>
            </a:r>
            <a:r>
              <a:rPr spc="-150" dirty="0"/>
              <a:t>RELATED</a:t>
            </a:r>
            <a:r>
              <a:rPr spc="-50" dirty="0"/>
              <a:t> WORK</a:t>
            </a:r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33238" y="3402140"/>
            <a:ext cx="8698865" cy="1481752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ct val="134000"/>
              </a:lnSpc>
              <a:spcBef>
                <a:spcPts val="150"/>
              </a:spcBef>
            </a:pPr>
            <a:r>
              <a:rPr spc="55" dirty="0"/>
              <a:t>Real-</a:t>
            </a:r>
            <a:r>
              <a:rPr dirty="0"/>
              <a:t>world</a:t>
            </a:r>
            <a:r>
              <a:rPr spc="150" dirty="0"/>
              <a:t> </a:t>
            </a:r>
            <a:r>
              <a:rPr spc="140" dirty="0"/>
              <a:t>e-</a:t>
            </a:r>
            <a:r>
              <a:rPr spc="75" dirty="0"/>
              <a:t>commerce</a:t>
            </a:r>
            <a:r>
              <a:rPr spc="150" dirty="0"/>
              <a:t> </a:t>
            </a:r>
            <a:r>
              <a:rPr dirty="0"/>
              <a:t>platforms</a:t>
            </a:r>
            <a:r>
              <a:rPr spc="150" dirty="0"/>
              <a:t> </a:t>
            </a:r>
            <a:r>
              <a:rPr dirty="0"/>
              <a:t>like</a:t>
            </a:r>
            <a:r>
              <a:rPr spc="150" dirty="0"/>
              <a:t> </a:t>
            </a:r>
            <a:r>
              <a:rPr spc="50" dirty="0"/>
              <a:t>Amazon,</a:t>
            </a:r>
            <a:r>
              <a:rPr spc="150" dirty="0"/>
              <a:t> </a:t>
            </a:r>
            <a:r>
              <a:rPr dirty="0"/>
              <a:t>Flipkart,</a:t>
            </a:r>
            <a:r>
              <a:rPr spc="150" dirty="0"/>
              <a:t> </a:t>
            </a:r>
            <a:r>
              <a:rPr spc="50" dirty="0"/>
              <a:t>and</a:t>
            </a:r>
            <a:r>
              <a:rPr spc="150" dirty="0"/>
              <a:t> </a:t>
            </a:r>
            <a:r>
              <a:rPr dirty="0"/>
              <a:t>eBay</a:t>
            </a:r>
            <a:r>
              <a:rPr spc="155" dirty="0"/>
              <a:t> </a:t>
            </a:r>
            <a:r>
              <a:rPr spc="55" dirty="0"/>
              <a:t>use</a:t>
            </a:r>
            <a:r>
              <a:rPr spc="150" dirty="0"/>
              <a:t> </a:t>
            </a:r>
            <a:r>
              <a:rPr spc="50" dirty="0"/>
              <a:t>advanced</a:t>
            </a:r>
            <a:r>
              <a:rPr spc="150" dirty="0"/>
              <a:t> </a:t>
            </a:r>
            <a:r>
              <a:rPr spc="55" dirty="0"/>
              <a:t>backend</a:t>
            </a:r>
            <a:r>
              <a:rPr spc="155" dirty="0"/>
              <a:t> </a:t>
            </a:r>
            <a:r>
              <a:rPr spc="50" dirty="0"/>
              <a:t>systems</a:t>
            </a:r>
            <a:r>
              <a:rPr spc="150" dirty="0"/>
              <a:t> </a:t>
            </a:r>
            <a:r>
              <a:rPr spc="-25" dirty="0"/>
              <a:t>for </a:t>
            </a:r>
            <a:r>
              <a:rPr spc="65" dirty="0"/>
              <a:t>cart</a:t>
            </a:r>
            <a:r>
              <a:rPr spc="130" dirty="0"/>
              <a:t> </a:t>
            </a:r>
            <a:r>
              <a:rPr spc="60" dirty="0"/>
              <a:t>management.</a:t>
            </a:r>
            <a:r>
              <a:rPr spc="135" dirty="0"/>
              <a:t> </a:t>
            </a:r>
            <a:r>
              <a:rPr spc="55" dirty="0"/>
              <a:t>These</a:t>
            </a:r>
            <a:r>
              <a:rPr spc="135" dirty="0"/>
              <a:t> </a:t>
            </a:r>
            <a:r>
              <a:rPr spc="50" dirty="0"/>
              <a:t>systems</a:t>
            </a:r>
            <a:r>
              <a:rPr spc="135" dirty="0"/>
              <a:t> </a:t>
            </a:r>
            <a:r>
              <a:rPr dirty="0"/>
              <a:t>handle</a:t>
            </a:r>
            <a:r>
              <a:rPr spc="135" dirty="0"/>
              <a:t> </a:t>
            </a:r>
            <a:r>
              <a:rPr dirty="0"/>
              <a:t>millions</a:t>
            </a:r>
            <a:r>
              <a:rPr spc="135" dirty="0"/>
              <a:t> </a:t>
            </a:r>
            <a:r>
              <a:rPr spc="55" dirty="0"/>
              <a:t>of</a:t>
            </a:r>
            <a:r>
              <a:rPr spc="135" dirty="0"/>
              <a:t> </a:t>
            </a:r>
            <a:r>
              <a:rPr spc="50" dirty="0"/>
              <a:t>transactions</a:t>
            </a:r>
            <a:r>
              <a:rPr spc="135" dirty="0"/>
              <a:t> </a:t>
            </a:r>
            <a:r>
              <a:rPr dirty="0"/>
              <a:t>using</a:t>
            </a:r>
            <a:r>
              <a:rPr spc="135" dirty="0"/>
              <a:t> </a:t>
            </a:r>
            <a:r>
              <a:rPr spc="50" dirty="0"/>
              <a:t>optimized</a:t>
            </a:r>
            <a:r>
              <a:rPr spc="135" dirty="0"/>
              <a:t> </a:t>
            </a:r>
            <a:r>
              <a:rPr spc="45" dirty="0"/>
              <a:t>databases</a:t>
            </a:r>
            <a:r>
              <a:rPr spc="135" dirty="0"/>
              <a:t> </a:t>
            </a:r>
            <a:r>
              <a:rPr spc="25" dirty="0"/>
              <a:t>and </a:t>
            </a:r>
            <a:r>
              <a:rPr spc="10" dirty="0"/>
              <a:t>distributed</a:t>
            </a:r>
            <a:r>
              <a:rPr spc="165" dirty="0"/>
              <a:t> </a:t>
            </a:r>
            <a:r>
              <a:rPr spc="50" dirty="0"/>
              <a:t>systems.</a:t>
            </a:r>
            <a:r>
              <a:rPr spc="170" dirty="0"/>
              <a:t> </a:t>
            </a:r>
            <a:r>
              <a:rPr spc="10" dirty="0"/>
              <a:t>However,</a:t>
            </a:r>
            <a:r>
              <a:rPr spc="165" dirty="0"/>
              <a:t> </a:t>
            </a:r>
            <a:r>
              <a:rPr spc="10" dirty="0"/>
              <a:t>this</a:t>
            </a:r>
            <a:r>
              <a:rPr spc="170" dirty="0"/>
              <a:t> </a:t>
            </a:r>
            <a:r>
              <a:rPr spc="50" dirty="0"/>
              <a:t>project</a:t>
            </a:r>
            <a:r>
              <a:rPr spc="165" dirty="0"/>
              <a:t> </a:t>
            </a:r>
            <a:r>
              <a:rPr spc="10" dirty="0"/>
              <a:t>is</a:t>
            </a:r>
            <a:r>
              <a:rPr spc="170" dirty="0"/>
              <a:t> </a:t>
            </a:r>
            <a:r>
              <a:rPr spc="10" dirty="0"/>
              <a:t>a</a:t>
            </a:r>
            <a:r>
              <a:rPr spc="165" dirty="0"/>
              <a:t> </a:t>
            </a:r>
            <a:r>
              <a:rPr spc="10" dirty="0"/>
              <a:t>simplified</a:t>
            </a:r>
            <a:r>
              <a:rPr spc="170" dirty="0"/>
              <a:t> </a:t>
            </a:r>
            <a:r>
              <a:rPr spc="65" dirty="0"/>
              <a:t>academic</a:t>
            </a:r>
            <a:r>
              <a:rPr spc="170" dirty="0"/>
              <a:t> </a:t>
            </a:r>
            <a:r>
              <a:rPr spc="45" dirty="0"/>
              <a:t>implementation</a:t>
            </a:r>
            <a:r>
              <a:rPr spc="165" dirty="0"/>
              <a:t> </a:t>
            </a:r>
            <a:r>
              <a:rPr spc="60" dirty="0"/>
              <a:t>focusing</a:t>
            </a:r>
            <a:r>
              <a:rPr spc="170" dirty="0"/>
              <a:t> </a:t>
            </a:r>
            <a:r>
              <a:rPr spc="35" dirty="0"/>
              <a:t>on </a:t>
            </a:r>
            <a:r>
              <a:rPr spc="50" dirty="0"/>
              <a:t>understanding</a:t>
            </a:r>
            <a:r>
              <a:rPr spc="95" dirty="0"/>
              <a:t> </a:t>
            </a:r>
            <a:r>
              <a:rPr spc="65" dirty="0"/>
              <a:t>core</a:t>
            </a:r>
            <a:r>
              <a:rPr spc="100" dirty="0"/>
              <a:t> </a:t>
            </a:r>
            <a:r>
              <a:rPr dirty="0"/>
              <a:t>data</a:t>
            </a:r>
            <a:r>
              <a:rPr spc="100" dirty="0"/>
              <a:t> </a:t>
            </a:r>
            <a:r>
              <a:rPr spc="55" dirty="0"/>
              <a:t>structures</a:t>
            </a:r>
            <a:r>
              <a:rPr spc="100" dirty="0"/>
              <a:t> </a:t>
            </a:r>
            <a:r>
              <a:rPr dirty="0"/>
              <a:t>in</a:t>
            </a:r>
            <a:r>
              <a:rPr spc="100" dirty="0"/>
              <a:t> </a:t>
            </a:r>
            <a:r>
              <a:rPr spc="195" dirty="0"/>
              <a:t>C</a:t>
            </a:r>
            <a:r>
              <a:rPr spc="100" dirty="0"/>
              <a:t> </a:t>
            </a:r>
            <a:r>
              <a:rPr spc="50" dirty="0"/>
              <a:t>language.</a:t>
            </a:r>
            <a:r>
              <a:rPr spc="100" dirty="0"/>
              <a:t> </a:t>
            </a:r>
            <a:r>
              <a:rPr dirty="0"/>
              <a:t>It</a:t>
            </a:r>
            <a:r>
              <a:rPr spc="100" dirty="0"/>
              <a:t> </a:t>
            </a:r>
            <a:r>
              <a:rPr spc="50" dirty="0"/>
              <a:t>demonstrates</a:t>
            </a:r>
            <a:r>
              <a:rPr spc="95" dirty="0"/>
              <a:t> </a:t>
            </a:r>
            <a:r>
              <a:rPr spc="50" dirty="0"/>
              <a:t>fundamental</a:t>
            </a:r>
            <a:r>
              <a:rPr spc="100" dirty="0"/>
              <a:t> </a:t>
            </a:r>
            <a:r>
              <a:rPr spc="70" dirty="0"/>
              <a:t>concepts</a:t>
            </a:r>
            <a:r>
              <a:rPr spc="100" dirty="0"/>
              <a:t> </a:t>
            </a:r>
            <a:r>
              <a:rPr spc="40" dirty="0"/>
              <a:t>without </a:t>
            </a:r>
            <a:r>
              <a:rPr spc="10" dirty="0"/>
              <a:t>using</a:t>
            </a:r>
            <a:r>
              <a:rPr spc="165" dirty="0"/>
              <a:t> </a:t>
            </a:r>
            <a:r>
              <a:rPr spc="45" dirty="0"/>
              <a:t>databases,</a:t>
            </a:r>
            <a:r>
              <a:rPr spc="170" dirty="0"/>
              <a:t> </a:t>
            </a:r>
            <a:r>
              <a:rPr spc="10" dirty="0"/>
              <a:t>web</a:t>
            </a:r>
            <a:r>
              <a:rPr spc="170" dirty="0"/>
              <a:t> </a:t>
            </a:r>
            <a:r>
              <a:rPr spc="10" dirty="0"/>
              <a:t>frameworks,</a:t>
            </a:r>
            <a:r>
              <a:rPr spc="170" dirty="0"/>
              <a:t> </a:t>
            </a:r>
            <a:r>
              <a:rPr spc="10" dirty="0"/>
              <a:t>or</a:t>
            </a:r>
            <a:r>
              <a:rPr spc="165" dirty="0"/>
              <a:t> </a:t>
            </a:r>
            <a:r>
              <a:rPr spc="45" dirty="0"/>
              <a:t>external</a:t>
            </a:r>
            <a:r>
              <a:rPr spc="170" dirty="0"/>
              <a:t> </a:t>
            </a:r>
            <a:r>
              <a:rPr spc="10" dirty="0"/>
              <a:t>libraries.</a:t>
            </a: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3238" y="473120"/>
            <a:ext cx="4922520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0" dirty="0"/>
              <a:t>8.</a:t>
            </a:r>
            <a:r>
              <a:rPr spc="-60" dirty="0"/>
              <a:t> </a:t>
            </a:r>
            <a:r>
              <a:rPr spc="-130" dirty="0"/>
              <a:t>SYSTEM</a:t>
            </a:r>
            <a:r>
              <a:rPr spc="-55" dirty="0"/>
              <a:t> </a:t>
            </a:r>
            <a:r>
              <a:rPr spc="-95" dirty="0"/>
              <a:t>WORKFLOW</a:t>
            </a:r>
            <a:endParaRPr spc="-95" dirty="0"/>
          </a:p>
        </p:txBody>
      </p:sp>
      <p:sp>
        <p:nvSpPr>
          <p:cNvPr id="3" name="object 3"/>
          <p:cNvSpPr/>
          <p:nvPr/>
        </p:nvSpPr>
        <p:spPr>
          <a:xfrm>
            <a:off x="645412" y="1743454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3238" y="1437302"/>
            <a:ext cx="4156075" cy="110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45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01</a:t>
            </a:r>
            <a:endParaRPr sz="145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User</a:t>
            </a:r>
            <a:r>
              <a:rPr sz="1800" spc="7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selects</a:t>
            </a:r>
            <a:r>
              <a:rPr sz="1800" spc="7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product</a:t>
            </a:r>
            <a:r>
              <a:rPr sz="1800" spc="7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ID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User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selects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ID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from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available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1758" y="1437300"/>
            <a:ext cx="224154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02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21402" y="1743454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08702" y="1860509"/>
            <a:ext cx="4003040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Search</a:t>
            </a:r>
            <a:r>
              <a:rPr sz="1800" spc="9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product</a:t>
            </a:r>
            <a:r>
              <a:rPr sz="1800" spc="9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details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7000"/>
              </a:lnSpc>
              <a:spcBef>
                <a:spcPts val="590"/>
              </a:spcBef>
            </a:pP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System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searches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details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Table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1450" spc="1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</a:t>
            </a:r>
            <a:r>
              <a:rPr sz="1450" spc="1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ID.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5412" y="3889247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101238" y="3583096"/>
            <a:ext cx="22479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04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21402" y="3889247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108702" y="4006301"/>
            <a:ext cx="2898775" cy="6870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Remove</a:t>
            </a:r>
            <a:r>
              <a:rPr sz="1800" spc="4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items</a:t>
            </a:r>
            <a:r>
              <a:rPr sz="1800" spc="4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from</a:t>
            </a:r>
            <a:r>
              <a:rPr sz="1800" spc="4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cart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User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can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remove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items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from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5412" y="5339333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26694" y="3583095"/>
            <a:ext cx="3694429" cy="2552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03</a:t>
            </a:r>
            <a:endParaRPr sz="1450">
              <a:latin typeface="Georgia" panose="02040502050405020303"/>
              <a:cs typeface="Georgia" panose="02040502050405020303"/>
            </a:endParaRPr>
          </a:p>
          <a:p>
            <a:pPr marL="18415">
              <a:lnSpc>
                <a:spcPct val="100000"/>
              </a:lnSpc>
              <a:spcBef>
                <a:spcPts val="160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Add</a:t>
            </a:r>
            <a:r>
              <a:rPr sz="1800" spc="4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product</a:t>
            </a:r>
            <a:r>
              <a:rPr sz="1800" spc="4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800" spc="4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cart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9050">
              <a:lnSpc>
                <a:spcPct val="100000"/>
              </a:lnSpc>
              <a:spcBef>
                <a:spcPts val="1295"/>
              </a:spcBef>
            </a:pP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is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added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(Linked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List).</a:t>
            </a:r>
            <a:endParaRPr sz="145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4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145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05</a:t>
            </a:r>
            <a:endParaRPr sz="1450">
              <a:latin typeface="Georgia" panose="02040502050405020303"/>
              <a:cs typeface="Georgia" panose="02040502050405020303"/>
            </a:endParaRPr>
          </a:p>
          <a:p>
            <a:pPr marL="19050">
              <a:lnSpc>
                <a:spcPct val="100000"/>
              </a:lnSpc>
              <a:spcBef>
                <a:spcPts val="160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Push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Stack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for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undo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9050">
              <a:lnSpc>
                <a:spcPct val="100000"/>
              </a:lnSpc>
              <a:spcBef>
                <a:spcPts val="1225"/>
              </a:spcBef>
            </a:pP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Removed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is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pushed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undo.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0057" y="5033178"/>
            <a:ext cx="227329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4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06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21402" y="5339333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108702" y="5456387"/>
            <a:ext cx="3822700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Undo</a:t>
            </a:r>
            <a:r>
              <a:rPr sz="180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last</a:t>
            </a:r>
            <a:r>
              <a:rPr sz="180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removal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7000"/>
              </a:lnSpc>
              <a:spcBef>
                <a:spcPts val="590"/>
              </a:spcBef>
            </a:pP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User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can</a:t>
            </a:r>
            <a:r>
              <a:rPr sz="1450" spc="1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undo</a:t>
            </a:r>
            <a:r>
              <a:rPr sz="1450" spc="1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last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removal</a:t>
            </a:r>
            <a:r>
              <a:rPr sz="1450" spc="1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by</a:t>
            </a:r>
            <a:r>
              <a:rPr sz="1450" spc="1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popping</a:t>
            </a:r>
            <a:r>
              <a:rPr sz="1450" spc="1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from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5412" y="7082790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55269" y="6627413"/>
            <a:ext cx="2330450" cy="110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45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07</a:t>
            </a:r>
            <a:endParaRPr sz="1450" dirty="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Apply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discount</a:t>
            </a:r>
            <a:endParaRPr sz="1800" dirty="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Discount</a:t>
            </a:r>
            <a:r>
              <a:rPr sz="1450" spc="1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is</a:t>
            </a:r>
            <a:r>
              <a:rPr sz="1450" spc="1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applied</a:t>
            </a:r>
            <a:r>
              <a:rPr sz="1450" spc="1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1450" spc="1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total</a:t>
            </a:r>
            <a:endParaRPr sz="145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99790" y="6776635"/>
            <a:ext cx="22796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6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08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21402" y="7082790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146552" y="7079615"/>
            <a:ext cx="2799715" cy="678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Checkout</a:t>
            </a:r>
            <a:r>
              <a:rPr sz="1800" spc="8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displays</a:t>
            </a:r>
            <a:r>
              <a:rPr sz="1800" spc="8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final</a:t>
            </a:r>
            <a:r>
              <a:rPr sz="1800" spc="8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bill</a:t>
            </a:r>
            <a:endParaRPr sz="1800" dirty="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Checkout</a:t>
            </a:r>
            <a:r>
              <a:rPr sz="1450" spc="21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displays</a:t>
            </a:r>
            <a:r>
              <a:rPr sz="1450" spc="21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final</a:t>
            </a:r>
            <a:r>
              <a:rPr sz="1450" spc="21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bill</a:t>
            </a:r>
            <a:endParaRPr sz="145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3238" y="473120"/>
            <a:ext cx="5078730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85" dirty="0"/>
              <a:t>9.</a:t>
            </a:r>
            <a:r>
              <a:rPr spc="-30" dirty="0"/>
              <a:t> </a:t>
            </a:r>
            <a:r>
              <a:rPr spc="-180" dirty="0"/>
              <a:t>FEATURES</a:t>
            </a:r>
            <a:r>
              <a:rPr spc="-30" dirty="0"/>
              <a:t> </a:t>
            </a:r>
            <a:r>
              <a:rPr spc="-75" dirty="0"/>
              <a:t>PROVIDED</a:t>
            </a:r>
            <a:endParaRPr spc="-75" dirty="0"/>
          </a:p>
        </p:txBody>
      </p:sp>
      <p:grpSp>
        <p:nvGrpSpPr>
          <p:cNvPr id="3" name="object 3"/>
          <p:cNvGrpSpPr/>
          <p:nvPr/>
        </p:nvGrpSpPr>
        <p:grpSpPr>
          <a:xfrm>
            <a:off x="645412" y="1450085"/>
            <a:ext cx="2799715" cy="2230120"/>
            <a:chOff x="645412" y="1450085"/>
            <a:chExt cx="2799715" cy="2230120"/>
          </a:xfrm>
        </p:grpSpPr>
        <p:sp>
          <p:nvSpPr>
            <p:cNvPr id="4" name="object 4"/>
            <p:cNvSpPr/>
            <p:nvPr/>
          </p:nvSpPr>
          <p:spPr>
            <a:xfrm>
              <a:off x="657989" y="1726691"/>
              <a:ext cx="2774950" cy="1940560"/>
            </a:xfrm>
            <a:custGeom>
              <a:avLst/>
              <a:gdLst/>
              <a:ahLst/>
              <a:cxnLst/>
              <a:rect l="l" t="t" r="r" b="b"/>
              <a:pathLst>
                <a:path w="2774950" h="1940560">
                  <a:moveTo>
                    <a:pt x="2692207" y="0"/>
                  </a:moveTo>
                  <a:lnTo>
                    <a:pt x="82232" y="0"/>
                  </a:lnTo>
                  <a:lnTo>
                    <a:pt x="76507" y="647"/>
                  </a:lnTo>
                  <a:lnTo>
                    <a:pt x="34309" y="20624"/>
                  </a:lnTo>
                  <a:lnTo>
                    <a:pt x="8909" y="55994"/>
                  </a:lnTo>
                  <a:lnTo>
                    <a:pt x="0" y="93980"/>
                  </a:lnTo>
                  <a:lnTo>
                    <a:pt x="0" y="1929930"/>
                  </a:lnTo>
                  <a:lnTo>
                    <a:pt x="0" y="1932838"/>
                  </a:lnTo>
                  <a:lnTo>
                    <a:pt x="1021" y="1935302"/>
                  </a:lnTo>
                  <a:lnTo>
                    <a:pt x="5119" y="1939404"/>
                  </a:lnTo>
                  <a:lnTo>
                    <a:pt x="7594" y="1940433"/>
                  </a:lnTo>
                  <a:lnTo>
                    <a:pt x="2766844" y="1940433"/>
                  </a:lnTo>
                  <a:lnTo>
                    <a:pt x="2769308" y="1939404"/>
                  </a:lnTo>
                  <a:lnTo>
                    <a:pt x="2773410" y="1935302"/>
                  </a:lnTo>
                  <a:lnTo>
                    <a:pt x="2774439" y="1932838"/>
                  </a:lnTo>
                  <a:lnTo>
                    <a:pt x="2774439" y="93980"/>
                  </a:lnTo>
                  <a:lnTo>
                    <a:pt x="2765524" y="55994"/>
                  </a:lnTo>
                  <a:lnTo>
                    <a:pt x="2740124" y="20624"/>
                  </a:lnTo>
                  <a:lnTo>
                    <a:pt x="2697934" y="647"/>
                  </a:lnTo>
                  <a:lnTo>
                    <a:pt x="2692207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5401" y="1727060"/>
              <a:ext cx="2799715" cy="1953260"/>
            </a:xfrm>
            <a:custGeom>
              <a:avLst/>
              <a:gdLst/>
              <a:ahLst/>
              <a:cxnLst/>
              <a:rect l="l" t="t" r="r" b="b"/>
              <a:pathLst>
                <a:path w="2799715" h="1953260">
                  <a:moveTo>
                    <a:pt x="2799588" y="100228"/>
                  </a:moveTo>
                  <a:lnTo>
                    <a:pt x="2791930" y="61734"/>
                  </a:lnTo>
                  <a:lnTo>
                    <a:pt x="2770124" y="29108"/>
                  </a:lnTo>
                  <a:lnTo>
                    <a:pt x="2737497" y="7302"/>
                  </a:lnTo>
                  <a:lnTo>
                    <a:pt x="2708910" y="114"/>
                  </a:lnTo>
                  <a:lnTo>
                    <a:pt x="2707005" y="114"/>
                  </a:lnTo>
                  <a:lnTo>
                    <a:pt x="2713736" y="1549"/>
                  </a:lnTo>
                  <a:lnTo>
                    <a:pt x="2720873" y="3949"/>
                  </a:lnTo>
                  <a:lnTo>
                    <a:pt x="2752344" y="29108"/>
                  </a:lnTo>
                  <a:lnTo>
                    <a:pt x="2771216" y="71069"/>
                  </a:lnTo>
                  <a:lnTo>
                    <a:pt x="2774442" y="100228"/>
                  </a:lnTo>
                  <a:lnTo>
                    <a:pt x="2774442" y="1927504"/>
                  </a:lnTo>
                  <a:lnTo>
                    <a:pt x="2773603" y="1927504"/>
                  </a:lnTo>
                  <a:lnTo>
                    <a:pt x="25984" y="1927504"/>
                  </a:lnTo>
                  <a:lnTo>
                    <a:pt x="25146" y="1927504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927504"/>
                  </a:lnTo>
                  <a:lnTo>
                    <a:pt x="0" y="1935949"/>
                  </a:lnTo>
                  <a:lnTo>
                    <a:pt x="2260" y="1941385"/>
                  </a:lnTo>
                  <a:lnTo>
                    <a:pt x="11264" y="1950389"/>
                  </a:lnTo>
                  <a:lnTo>
                    <a:pt x="16700" y="1952650"/>
                  </a:lnTo>
                  <a:lnTo>
                    <a:pt x="2782887" y="1952650"/>
                  </a:lnTo>
                  <a:lnTo>
                    <a:pt x="2788323" y="1950389"/>
                  </a:lnTo>
                  <a:lnTo>
                    <a:pt x="2792412" y="1946300"/>
                  </a:lnTo>
                  <a:lnTo>
                    <a:pt x="2797340" y="1941385"/>
                  </a:lnTo>
                  <a:lnTo>
                    <a:pt x="2799588" y="1935949"/>
                  </a:lnTo>
                  <a:lnTo>
                    <a:pt x="2799588" y="1927504"/>
                  </a:lnTo>
                  <a:lnTo>
                    <a:pt x="2799588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45401" y="1450085"/>
              <a:ext cx="2799715" cy="553720"/>
            </a:xfrm>
            <a:custGeom>
              <a:avLst/>
              <a:gdLst/>
              <a:ahLst/>
              <a:cxnLst/>
              <a:rect l="l" t="t" r="r" b="b"/>
              <a:pathLst>
                <a:path w="2799715" h="553719">
                  <a:moveTo>
                    <a:pt x="2799600" y="271462"/>
                  </a:moveTo>
                  <a:lnTo>
                    <a:pt x="2779585" y="251460"/>
                  </a:lnTo>
                  <a:lnTo>
                    <a:pt x="1675053" y="251460"/>
                  </a:lnTo>
                  <a:lnTo>
                    <a:pt x="1674888" y="249491"/>
                  </a:lnTo>
                  <a:lnTo>
                    <a:pt x="1667929" y="209397"/>
                  </a:lnTo>
                  <a:lnTo>
                    <a:pt x="1655152" y="170751"/>
                  </a:lnTo>
                  <a:lnTo>
                    <a:pt x="1636852" y="134404"/>
                  </a:lnTo>
                  <a:lnTo>
                    <a:pt x="1613433" y="101130"/>
                  </a:lnTo>
                  <a:lnTo>
                    <a:pt x="1585366" y="71653"/>
                  </a:lnTo>
                  <a:lnTo>
                    <a:pt x="1553286" y="46609"/>
                  </a:lnTo>
                  <a:lnTo>
                    <a:pt x="1517865" y="26568"/>
                  </a:lnTo>
                  <a:lnTo>
                    <a:pt x="1479905" y="11912"/>
                  </a:lnTo>
                  <a:lnTo>
                    <a:pt x="1440192" y="2997"/>
                  </a:lnTo>
                  <a:lnTo>
                    <a:pt x="1399616" y="0"/>
                  </a:lnTo>
                  <a:lnTo>
                    <a:pt x="1392821" y="88"/>
                  </a:lnTo>
                  <a:lnTo>
                    <a:pt x="1352308" y="4076"/>
                  </a:lnTo>
                  <a:lnTo>
                    <a:pt x="1312837" y="13970"/>
                  </a:lnTo>
                  <a:lnTo>
                    <a:pt x="1275245" y="29540"/>
                  </a:lnTo>
                  <a:lnTo>
                    <a:pt x="1240332" y="50457"/>
                  </a:lnTo>
                  <a:lnTo>
                    <a:pt x="1208874" y="76276"/>
                  </a:lnTo>
                  <a:lnTo>
                    <a:pt x="1181544" y="106438"/>
                  </a:lnTo>
                  <a:lnTo>
                    <a:pt x="1158925" y="140271"/>
                  </a:lnTo>
                  <a:lnTo>
                    <a:pt x="1141526" y="177063"/>
                  </a:lnTo>
                  <a:lnTo>
                    <a:pt x="1129715" y="216001"/>
                  </a:lnTo>
                  <a:lnTo>
                    <a:pt x="1124153" y="251460"/>
                  </a:lnTo>
                  <a:lnTo>
                    <a:pt x="20015" y="251460"/>
                  </a:lnTo>
                  <a:lnTo>
                    <a:pt x="0" y="271462"/>
                  </a:lnTo>
                  <a:lnTo>
                    <a:pt x="0" y="352044"/>
                  </a:lnTo>
                  <a:lnTo>
                    <a:pt x="1133500" y="352044"/>
                  </a:lnTo>
                  <a:lnTo>
                    <a:pt x="1134910" y="356895"/>
                  </a:lnTo>
                  <a:lnTo>
                    <a:pt x="1149553" y="394881"/>
                  </a:lnTo>
                  <a:lnTo>
                    <a:pt x="1169619" y="430288"/>
                  </a:lnTo>
                  <a:lnTo>
                    <a:pt x="1194650" y="462368"/>
                  </a:lnTo>
                  <a:lnTo>
                    <a:pt x="1224127" y="490423"/>
                  </a:lnTo>
                  <a:lnTo>
                    <a:pt x="1257401" y="513867"/>
                  </a:lnTo>
                  <a:lnTo>
                    <a:pt x="1293761" y="532155"/>
                  </a:lnTo>
                  <a:lnTo>
                    <a:pt x="1332395" y="544918"/>
                  </a:lnTo>
                  <a:lnTo>
                    <a:pt x="1372501" y="551891"/>
                  </a:lnTo>
                  <a:lnTo>
                    <a:pt x="1399616" y="553212"/>
                  </a:lnTo>
                  <a:lnTo>
                    <a:pt x="1406398" y="553135"/>
                  </a:lnTo>
                  <a:lnTo>
                    <a:pt x="1446885" y="549148"/>
                  </a:lnTo>
                  <a:lnTo>
                    <a:pt x="1486369" y="539254"/>
                  </a:lnTo>
                  <a:lnTo>
                    <a:pt x="1523961" y="523684"/>
                  </a:lnTo>
                  <a:lnTo>
                    <a:pt x="1558874" y="502767"/>
                  </a:lnTo>
                  <a:lnTo>
                    <a:pt x="1590332" y="476948"/>
                  </a:lnTo>
                  <a:lnTo>
                    <a:pt x="1617662" y="446786"/>
                  </a:lnTo>
                  <a:lnTo>
                    <a:pt x="1640268" y="412953"/>
                  </a:lnTo>
                  <a:lnTo>
                    <a:pt x="1657680" y="376161"/>
                  </a:lnTo>
                  <a:lnTo>
                    <a:pt x="1665706" y="352044"/>
                  </a:lnTo>
                  <a:lnTo>
                    <a:pt x="2799600" y="352044"/>
                  </a:lnTo>
                  <a:lnTo>
                    <a:pt x="2799600" y="271462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985289" y="1567977"/>
            <a:ext cx="1206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2454" y="2162261"/>
            <a:ext cx="2374900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Add</a:t>
            </a:r>
            <a:r>
              <a:rPr sz="1800" spc="3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Product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Cart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 indent="-635">
              <a:lnSpc>
                <a:spcPct val="133000"/>
              </a:lnSpc>
              <a:spcBef>
                <a:spcPts val="720"/>
              </a:spcBef>
            </a:pP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Add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selected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products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quantity.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29405" y="1450085"/>
            <a:ext cx="2799715" cy="2230120"/>
            <a:chOff x="3629405" y="1450085"/>
            <a:chExt cx="2799715" cy="2230120"/>
          </a:xfrm>
        </p:grpSpPr>
        <p:sp>
          <p:nvSpPr>
            <p:cNvPr id="10" name="object 10"/>
            <p:cNvSpPr/>
            <p:nvPr/>
          </p:nvSpPr>
          <p:spPr>
            <a:xfrm>
              <a:off x="3641978" y="1726691"/>
              <a:ext cx="2774950" cy="1940560"/>
            </a:xfrm>
            <a:custGeom>
              <a:avLst/>
              <a:gdLst/>
              <a:ahLst/>
              <a:cxnLst/>
              <a:rect l="l" t="t" r="r" b="b"/>
              <a:pathLst>
                <a:path w="2774950" h="1940560">
                  <a:moveTo>
                    <a:pt x="2692209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02" y="20624"/>
                  </a:lnTo>
                  <a:lnTo>
                    <a:pt x="8902" y="55994"/>
                  </a:lnTo>
                  <a:lnTo>
                    <a:pt x="0" y="93980"/>
                  </a:lnTo>
                  <a:lnTo>
                    <a:pt x="0" y="1929930"/>
                  </a:lnTo>
                  <a:lnTo>
                    <a:pt x="0" y="1932838"/>
                  </a:lnTo>
                  <a:lnTo>
                    <a:pt x="1028" y="1935302"/>
                  </a:lnTo>
                  <a:lnTo>
                    <a:pt x="5118" y="1939404"/>
                  </a:lnTo>
                  <a:lnTo>
                    <a:pt x="7594" y="1940433"/>
                  </a:lnTo>
                  <a:lnTo>
                    <a:pt x="2766847" y="1940433"/>
                  </a:lnTo>
                  <a:lnTo>
                    <a:pt x="2769323" y="1939404"/>
                  </a:lnTo>
                  <a:lnTo>
                    <a:pt x="2773413" y="1935302"/>
                  </a:lnTo>
                  <a:lnTo>
                    <a:pt x="2774442" y="1932838"/>
                  </a:lnTo>
                  <a:lnTo>
                    <a:pt x="2774442" y="93980"/>
                  </a:lnTo>
                  <a:lnTo>
                    <a:pt x="2765539" y="55994"/>
                  </a:lnTo>
                  <a:lnTo>
                    <a:pt x="2740139" y="20624"/>
                  </a:lnTo>
                  <a:lnTo>
                    <a:pt x="2697924" y="647"/>
                  </a:lnTo>
                  <a:lnTo>
                    <a:pt x="2692209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29393" y="1727060"/>
              <a:ext cx="2799715" cy="1953260"/>
            </a:xfrm>
            <a:custGeom>
              <a:avLst/>
              <a:gdLst/>
              <a:ahLst/>
              <a:cxnLst/>
              <a:rect l="l" t="t" r="r" b="b"/>
              <a:pathLst>
                <a:path w="2799715" h="1953260">
                  <a:moveTo>
                    <a:pt x="2799588" y="100228"/>
                  </a:moveTo>
                  <a:lnTo>
                    <a:pt x="2791930" y="61734"/>
                  </a:lnTo>
                  <a:lnTo>
                    <a:pt x="2770124" y="29108"/>
                  </a:lnTo>
                  <a:lnTo>
                    <a:pt x="2737497" y="7302"/>
                  </a:lnTo>
                  <a:lnTo>
                    <a:pt x="2708922" y="114"/>
                  </a:lnTo>
                  <a:lnTo>
                    <a:pt x="2707005" y="114"/>
                  </a:lnTo>
                  <a:lnTo>
                    <a:pt x="2713723" y="1549"/>
                  </a:lnTo>
                  <a:lnTo>
                    <a:pt x="2720873" y="3949"/>
                  </a:lnTo>
                  <a:lnTo>
                    <a:pt x="2752344" y="29108"/>
                  </a:lnTo>
                  <a:lnTo>
                    <a:pt x="2771216" y="71069"/>
                  </a:lnTo>
                  <a:lnTo>
                    <a:pt x="2774442" y="100228"/>
                  </a:lnTo>
                  <a:lnTo>
                    <a:pt x="2774442" y="1927504"/>
                  </a:lnTo>
                  <a:lnTo>
                    <a:pt x="2773603" y="1927504"/>
                  </a:lnTo>
                  <a:lnTo>
                    <a:pt x="25984" y="1927504"/>
                  </a:lnTo>
                  <a:lnTo>
                    <a:pt x="25146" y="1927504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927504"/>
                  </a:lnTo>
                  <a:lnTo>
                    <a:pt x="0" y="1935949"/>
                  </a:lnTo>
                  <a:lnTo>
                    <a:pt x="2247" y="1941385"/>
                  </a:lnTo>
                  <a:lnTo>
                    <a:pt x="11264" y="1950389"/>
                  </a:lnTo>
                  <a:lnTo>
                    <a:pt x="16700" y="1952650"/>
                  </a:lnTo>
                  <a:lnTo>
                    <a:pt x="2782887" y="1952650"/>
                  </a:lnTo>
                  <a:lnTo>
                    <a:pt x="2788323" y="1950389"/>
                  </a:lnTo>
                  <a:lnTo>
                    <a:pt x="2792412" y="1946300"/>
                  </a:lnTo>
                  <a:lnTo>
                    <a:pt x="2797340" y="1941385"/>
                  </a:lnTo>
                  <a:lnTo>
                    <a:pt x="2799588" y="1935949"/>
                  </a:lnTo>
                  <a:lnTo>
                    <a:pt x="2799588" y="1927504"/>
                  </a:lnTo>
                  <a:lnTo>
                    <a:pt x="2799588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29406" y="1450085"/>
              <a:ext cx="2799715" cy="553720"/>
            </a:xfrm>
            <a:custGeom>
              <a:avLst/>
              <a:gdLst/>
              <a:ahLst/>
              <a:cxnLst/>
              <a:rect l="l" t="t" r="r" b="b"/>
              <a:pathLst>
                <a:path w="2799715" h="553719">
                  <a:moveTo>
                    <a:pt x="2799588" y="271462"/>
                  </a:moveTo>
                  <a:lnTo>
                    <a:pt x="2779560" y="251460"/>
                  </a:lnTo>
                  <a:lnTo>
                    <a:pt x="1675041" y="251460"/>
                  </a:lnTo>
                  <a:lnTo>
                    <a:pt x="1674876" y="249491"/>
                  </a:lnTo>
                  <a:lnTo>
                    <a:pt x="1667916" y="209397"/>
                  </a:lnTo>
                  <a:lnTo>
                    <a:pt x="1655152" y="170751"/>
                  </a:lnTo>
                  <a:lnTo>
                    <a:pt x="1636852" y="134404"/>
                  </a:lnTo>
                  <a:lnTo>
                    <a:pt x="1613420" y="101130"/>
                  </a:lnTo>
                  <a:lnTo>
                    <a:pt x="1585353" y="71653"/>
                  </a:lnTo>
                  <a:lnTo>
                    <a:pt x="1553260" y="46609"/>
                  </a:lnTo>
                  <a:lnTo>
                    <a:pt x="1517853" y="26568"/>
                  </a:lnTo>
                  <a:lnTo>
                    <a:pt x="1479892" y="11912"/>
                  </a:lnTo>
                  <a:lnTo>
                    <a:pt x="1440180" y="2997"/>
                  </a:lnTo>
                  <a:lnTo>
                    <a:pt x="1399590" y="0"/>
                  </a:lnTo>
                  <a:lnTo>
                    <a:pt x="1392796" y="88"/>
                  </a:lnTo>
                  <a:lnTo>
                    <a:pt x="1352308" y="4076"/>
                  </a:lnTo>
                  <a:lnTo>
                    <a:pt x="1312824" y="13970"/>
                  </a:lnTo>
                  <a:lnTo>
                    <a:pt x="1275232" y="29540"/>
                  </a:lnTo>
                  <a:lnTo>
                    <a:pt x="1240320" y="50457"/>
                  </a:lnTo>
                  <a:lnTo>
                    <a:pt x="1208862" y="76276"/>
                  </a:lnTo>
                  <a:lnTo>
                    <a:pt x="1181531" y="106438"/>
                  </a:lnTo>
                  <a:lnTo>
                    <a:pt x="1158925" y="140271"/>
                  </a:lnTo>
                  <a:lnTo>
                    <a:pt x="1141526" y="177063"/>
                  </a:lnTo>
                  <a:lnTo>
                    <a:pt x="1129703" y="216001"/>
                  </a:lnTo>
                  <a:lnTo>
                    <a:pt x="1124140" y="251460"/>
                  </a:lnTo>
                  <a:lnTo>
                    <a:pt x="20002" y="251460"/>
                  </a:lnTo>
                  <a:lnTo>
                    <a:pt x="0" y="271462"/>
                  </a:lnTo>
                  <a:lnTo>
                    <a:pt x="0" y="352044"/>
                  </a:lnTo>
                  <a:lnTo>
                    <a:pt x="1133487" y="352044"/>
                  </a:lnTo>
                  <a:lnTo>
                    <a:pt x="1134897" y="356895"/>
                  </a:lnTo>
                  <a:lnTo>
                    <a:pt x="1149540" y="394881"/>
                  </a:lnTo>
                  <a:lnTo>
                    <a:pt x="1169606" y="430288"/>
                  </a:lnTo>
                  <a:lnTo>
                    <a:pt x="1194638" y="462368"/>
                  </a:lnTo>
                  <a:lnTo>
                    <a:pt x="1224127" y="490423"/>
                  </a:lnTo>
                  <a:lnTo>
                    <a:pt x="1257388" y="513867"/>
                  </a:lnTo>
                  <a:lnTo>
                    <a:pt x="1293749" y="532155"/>
                  </a:lnTo>
                  <a:lnTo>
                    <a:pt x="1332382" y="544918"/>
                  </a:lnTo>
                  <a:lnTo>
                    <a:pt x="1372489" y="551891"/>
                  </a:lnTo>
                  <a:lnTo>
                    <a:pt x="1399590" y="553212"/>
                  </a:lnTo>
                  <a:lnTo>
                    <a:pt x="1406372" y="553135"/>
                  </a:lnTo>
                  <a:lnTo>
                    <a:pt x="1446885" y="549148"/>
                  </a:lnTo>
                  <a:lnTo>
                    <a:pt x="1486357" y="539254"/>
                  </a:lnTo>
                  <a:lnTo>
                    <a:pt x="1523961" y="523684"/>
                  </a:lnTo>
                  <a:lnTo>
                    <a:pt x="1558861" y="502767"/>
                  </a:lnTo>
                  <a:lnTo>
                    <a:pt x="1590319" y="476948"/>
                  </a:lnTo>
                  <a:lnTo>
                    <a:pt x="1617649" y="446786"/>
                  </a:lnTo>
                  <a:lnTo>
                    <a:pt x="1640268" y="412953"/>
                  </a:lnTo>
                  <a:lnTo>
                    <a:pt x="1657667" y="376161"/>
                  </a:lnTo>
                  <a:lnTo>
                    <a:pt x="1665693" y="352044"/>
                  </a:lnTo>
                  <a:lnTo>
                    <a:pt x="2799588" y="352044"/>
                  </a:lnTo>
                  <a:lnTo>
                    <a:pt x="2799588" y="271462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961953" y="1567977"/>
            <a:ext cx="13462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26522" y="2145699"/>
            <a:ext cx="2293620" cy="9886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9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Remove</a:t>
            </a:r>
            <a:r>
              <a:rPr sz="1800" spc="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Product</a:t>
            </a:r>
            <a:r>
              <a:rPr sz="1800" spc="5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from Cart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Remove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items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from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13397" y="1450085"/>
            <a:ext cx="2799715" cy="2230120"/>
            <a:chOff x="6613397" y="1450085"/>
            <a:chExt cx="2799715" cy="2230120"/>
          </a:xfrm>
        </p:grpSpPr>
        <p:sp>
          <p:nvSpPr>
            <p:cNvPr id="16" name="object 16"/>
            <p:cNvSpPr/>
            <p:nvPr/>
          </p:nvSpPr>
          <p:spPr>
            <a:xfrm>
              <a:off x="6625971" y="1726691"/>
              <a:ext cx="2774950" cy="1940560"/>
            </a:xfrm>
            <a:custGeom>
              <a:avLst/>
              <a:gdLst/>
              <a:ahLst/>
              <a:cxnLst/>
              <a:rect l="l" t="t" r="r" b="b"/>
              <a:pathLst>
                <a:path w="2774950" h="1940560">
                  <a:moveTo>
                    <a:pt x="2692209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15" y="20624"/>
                  </a:lnTo>
                  <a:lnTo>
                    <a:pt x="8915" y="55994"/>
                  </a:lnTo>
                  <a:lnTo>
                    <a:pt x="0" y="93980"/>
                  </a:lnTo>
                  <a:lnTo>
                    <a:pt x="0" y="1929930"/>
                  </a:lnTo>
                  <a:lnTo>
                    <a:pt x="0" y="1932838"/>
                  </a:lnTo>
                  <a:lnTo>
                    <a:pt x="1028" y="1935302"/>
                  </a:lnTo>
                  <a:lnTo>
                    <a:pt x="5130" y="1939404"/>
                  </a:lnTo>
                  <a:lnTo>
                    <a:pt x="7594" y="1940433"/>
                  </a:lnTo>
                  <a:lnTo>
                    <a:pt x="2766847" y="1940433"/>
                  </a:lnTo>
                  <a:lnTo>
                    <a:pt x="2769311" y="1939404"/>
                  </a:lnTo>
                  <a:lnTo>
                    <a:pt x="2773413" y="1935302"/>
                  </a:lnTo>
                  <a:lnTo>
                    <a:pt x="2774442" y="1932838"/>
                  </a:lnTo>
                  <a:lnTo>
                    <a:pt x="2774442" y="93980"/>
                  </a:lnTo>
                  <a:lnTo>
                    <a:pt x="2765526" y="55994"/>
                  </a:lnTo>
                  <a:lnTo>
                    <a:pt x="2740126" y="20624"/>
                  </a:lnTo>
                  <a:lnTo>
                    <a:pt x="2697937" y="647"/>
                  </a:lnTo>
                  <a:lnTo>
                    <a:pt x="2692209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13385" y="1727060"/>
              <a:ext cx="2799715" cy="1953260"/>
            </a:xfrm>
            <a:custGeom>
              <a:avLst/>
              <a:gdLst/>
              <a:ahLst/>
              <a:cxnLst/>
              <a:rect l="l" t="t" r="r" b="b"/>
              <a:pathLst>
                <a:path w="2799715" h="1953260">
                  <a:moveTo>
                    <a:pt x="2799588" y="100228"/>
                  </a:moveTo>
                  <a:lnTo>
                    <a:pt x="2791930" y="61734"/>
                  </a:lnTo>
                  <a:lnTo>
                    <a:pt x="2770124" y="29108"/>
                  </a:lnTo>
                  <a:lnTo>
                    <a:pt x="2737497" y="7302"/>
                  </a:lnTo>
                  <a:lnTo>
                    <a:pt x="2708910" y="114"/>
                  </a:lnTo>
                  <a:lnTo>
                    <a:pt x="2707005" y="114"/>
                  </a:lnTo>
                  <a:lnTo>
                    <a:pt x="2713723" y="1549"/>
                  </a:lnTo>
                  <a:lnTo>
                    <a:pt x="2720873" y="3949"/>
                  </a:lnTo>
                  <a:lnTo>
                    <a:pt x="2752344" y="29108"/>
                  </a:lnTo>
                  <a:lnTo>
                    <a:pt x="2771216" y="71069"/>
                  </a:lnTo>
                  <a:lnTo>
                    <a:pt x="2774442" y="100228"/>
                  </a:lnTo>
                  <a:lnTo>
                    <a:pt x="2774442" y="1927504"/>
                  </a:lnTo>
                  <a:lnTo>
                    <a:pt x="2773603" y="1927504"/>
                  </a:lnTo>
                  <a:lnTo>
                    <a:pt x="25984" y="1927504"/>
                  </a:lnTo>
                  <a:lnTo>
                    <a:pt x="25146" y="1927504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927504"/>
                  </a:lnTo>
                  <a:lnTo>
                    <a:pt x="0" y="1935949"/>
                  </a:lnTo>
                  <a:lnTo>
                    <a:pt x="2247" y="1941385"/>
                  </a:lnTo>
                  <a:lnTo>
                    <a:pt x="11264" y="1950389"/>
                  </a:lnTo>
                  <a:lnTo>
                    <a:pt x="16700" y="1952650"/>
                  </a:lnTo>
                  <a:lnTo>
                    <a:pt x="2782887" y="1952650"/>
                  </a:lnTo>
                  <a:lnTo>
                    <a:pt x="2788323" y="1950389"/>
                  </a:lnTo>
                  <a:lnTo>
                    <a:pt x="2792412" y="1946300"/>
                  </a:lnTo>
                  <a:lnTo>
                    <a:pt x="2797340" y="1941385"/>
                  </a:lnTo>
                  <a:lnTo>
                    <a:pt x="2799588" y="1935949"/>
                  </a:lnTo>
                  <a:lnTo>
                    <a:pt x="2799588" y="1927504"/>
                  </a:lnTo>
                  <a:lnTo>
                    <a:pt x="2799588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13385" y="1450085"/>
              <a:ext cx="2799715" cy="553720"/>
            </a:xfrm>
            <a:custGeom>
              <a:avLst/>
              <a:gdLst/>
              <a:ahLst/>
              <a:cxnLst/>
              <a:rect l="l" t="t" r="r" b="b"/>
              <a:pathLst>
                <a:path w="2799715" h="553719">
                  <a:moveTo>
                    <a:pt x="2799600" y="271462"/>
                  </a:moveTo>
                  <a:lnTo>
                    <a:pt x="2779585" y="251460"/>
                  </a:lnTo>
                  <a:lnTo>
                    <a:pt x="1675041" y="251460"/>
                  </a:lnTo>
                  <a:lnTo>
                    <a:pt x="1674876" y="249491"/>
                  </a:lnTo>
                  <a:lnTo>
                    <a:pt x="1667929" y="209397"/>
                  </a:lnTo>
                  <a:lnTo>
                    <a:pt x="1655165" y="170751"/>
                  </a:lnTo>
                  <a:lnTo>
                    <a:pt x="1636852" y="134404"/>
                  </a:lnTo>
                  <a:lnTo>
                    <a:pt x="1613433" y="101130"/>
                  </a:lnTo>
                  <a:lnTo>
                    <a:pt x="1585366" y="71653"/>
                  </a:lnTo>
                  <a:lnTo>
                    <a:pt x="1553273" y="46609"/>
                  </a:lnTo>
                  <a:lnTo>
                    <a:pt x="1517865" y="26568"/>
                  </a:lnTo>
                  <a:lnTo>
                    <a:pt x="1479905" y="11912"/>
                  </a:lnTo>
                  <a:lnTo>
                    <a:pt x="1440192" y="2997"/>
                  </a:lnTo>
                  <a:lnTo>
                    <a:pt x="1399603" y="0"/>
                  </a:lnTo>
                  <a:lnTo>
                    <a:pt x="1392821" y="88"/>
                  </a:lnTo>
                  <a:lnTo>
                    <a:pt x="1352308" y="4076"/>
                  </a:lnTo>
                  <a:lnTo>
                    <a:pt x="1312837" y="13970"/>
                  </a:lnTo>
                  <a:lnTo>
                    <a:pt x="1275245" y="29540"/>
                  </a:lnTo>
                  <a:lnTo>
                    <a:pt x="1240332" y="50457"/>
                  </a:lnTo>
                  <a:lnTo>
                    <a:pt x="1208874" y="76276"/>
                  </a:lnTo>
                  <a:lnTo>
                    <a:pt x="1181544" y="106438"/>
                  </a:lnTo>
                  <a:lnTo>
                    <a:pt x="1158938" y="140271"/>
                  </a:lnTo>
                  <a:lnTo>
                    <a:pt x="1141526" y="177063"/>
                  </a:lnTo>
                  <a:lnTo>
                    <a:pt x="1129715" y="216001"/>
                  </a:lnTo>
                  <a:lnTo>
                    <a:pt x="1124153" y="251460"/>
                  </a:lnTo>
                  <a:lnTo>
                    <a:pt x="20027" y="251460"/>
                  </a:lnTo>
                  <a:lnTo>
                    <a:pt x="0" y="271462"/>
                  </a:lnTo>
                  <a:lnTo>
                    <a:pt x="0" y="352044"/>
                  </a:lnTo>
                  <a:lnTo>
                    <a:pt x="1133500" y="352044"/>
                  </a:lnTo>
                  <a:lnTo>
                    <a:pt x="1134910" y="356895"/>
                  </a:lnTo>
                  <a:lnTo>
                    <a:pt x="1149553" y="394881"/>
                  </a:lnTo>
                  <a:lnTo>
                    <a:pt x="1169619" y="430288"/>
                  </a:lnTo>
                  <a:lnTo>
                    <a:pt x="1194650" y="462368"/>
                  </a:lnTo>
                  <a:lnTo>
                    <a:pt x="1224127" y="490423"/>
                  </a:lnTo>
                  <a:lnTo>
                    <a:pt x="1257401" y="513867"/>
                  </a:lnTo>
                  <a:lnTo>
                    <a:pt x="1293761" y="532155"/>
                  </a:lnTo>
                  <a:lnTo>
                    <a:pt x="1332395" y="544918"/>
                  </a:lnTo>
                  <a:lnTo>
                    <a:pt x="1372501" y="551891"/>
                  </a:lnTo>
                  <a:lnTo>
                    <a:pt x="1399603" y="553212"/>
                  </a:lnTo>
                  <a:lnTo>
                    <a:pt x="1406398" y="553135"/>
                  </a:lnTo>
                  <a:lnTo>
                    <a:pt x="1446898" y="549148"/>
                  </a:lnTo>
                  <a:lnTo>
                    <a:pt x="1486369" y="539254"/>
                  </a:lnTo>
                  <a:lnTo>
                    <a:pt x="1523961" y="523684"/>
                  </a:lnTo>
                  <a:lnTo>
                    <a:pt x="1558874" y="502767"/>
                  </a:lnTo>
                  <a:lnTo>
                    <a:pt x="1590332" y="476948"/>
                  </a:lnTo>
                  <a:lnTo>
                    <a:pt x="1617662" y="446786"/>
                  </a:lnTo>
                  <a:lnTo>
                    <a:pt x="1640268" y="412953"/>
                  </a:lnTo>
                  <a:lnTo>
                    <a:pt x="1657680" y="376161"/>
                  </a:lnTo>
                  <a:lnTo>
                    <a:pt x="1665706" y="352044"/>
                  </a:lnTo>
                  <a:lnTo>
                    <a:pt x="2799600" y="352044"/>
                  </a:lnTo>
                  <a:lnTo>
                    <a:pt x="2799600" y="271462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946072" y="1567977"/>
            <a:ext cx="1333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10247" y="2145699"/>
            <a:ext cx="2273935" cy="1290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5580">
              <a:lnSpc>
                <a:spcPct val="107000"/>
              </a:lnSpc>
              <a:spcBef>
                <a:spcPts val="95"/>
              </a:spcBef>
            </a:pP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Undo</a:t>
            </a:r>
            <a:r>
              <a:rPr sz="1800" spc="-5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Last</a:t>
            </a:r>
            <a:r>
              <a:rPr sz="1800" spc="-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Removed Product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7000"/>
              </a:lnSpc>
              <a:spcBef>
                <a:spcPts val="590"/>
              </a:spcBef>
            </a:pP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Restore</a:t>
            </a:r>
            <a:r>
              <a:rPr sz="1450" spc="21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last</a:t>
            </a:r>
            <a:r>
              <a:rPr sz="1450" spc="2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removed</a:t>
            </a:r>
            <a:r>
              <a:rPr sz="1450" spc="2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1450" spc="3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5412" y="3864102"/>
            <a:ext cx="2799715" cy="1936750"/>
            <a:chOff x="645412" y="3864102"/>
            <a:chExt cx="2799715" cy="1936750"/>
          </a:xfrm>
        </p:grpSpPr>
        <p:sp>
          <p:nvSpPr>
            <p:cNvPr id="22" name="object 22"/>
            <p:cNvSpPr/>
            <p:nvPr/>
          </p:nvSpPr>
          <p:spPr>
            <a:xfrm>
              <a:off x="657989" y="4140708"/>
              <a:ext cx="2774950" cy="1647189"/>
            </a:xfrm>
            <a:custGeom>
              <a:avLst/>
              <a:gdLst/>
              <a:ahLst/>
              <a:cxnLst/>
              <a:rect l="l" t="t" r="r" b="b"/>
              <a:pathLst>
                <a:path w="2774950" h="1647189">
                  <a:moveTo>
                    <a:pt x="2692207" y="0"/>
                  </a:moveTo>
                  <a:lnTo>
                    <a:pt x="82232" y="0"/>
                  </a:lnTo>
                  <a:lnTo>
                    <a:pt x="76507" y="647"/>
                  </a:lnTo>
                  <a:lnTo>
                    <a:pt x="34309" y="20624"/>
                  </a:lnTo>
                  <a:lnTo>
                    <a:pt x="8909" y="55981"/>
                  </a:lnTo>
                  <a:lnTo>
                    <a:pt x="0" y="93980"/>
                  </a:lnTo>
                  <a:lnTo>
                    <a:pt x="0" y="1636572"/>
                  </a:lnTo>
                  <a:lnTo>
                    <a:pt x="0" y="1639468"/>
                  </a:lnTo>
                  <a:lnTo>
                    <a:pt x="1021" y="1641944"/>
                  </a:lnTo>
                  <a:lnTo>
                    <a:pt x="5119" y="1646034"/>
                  </a:lnTo>
                  <a:lnTo>
                    <a:pt x="7594" y="1647063"/>
                  </a:lnTo>
                  <a:lnTo>
                    <a:pt x="2766844" y="1647063"/>
                  </a:lnTo>
                  <a:lnTo>
                    <a:pt x="2769308" y="1646034"/>
                  </a:lnTo>
                  <a:lnTo>
                    <a:pt x="2773410" y="1641944"/>
                  </a:lnTo>
                  <a:lnTo>
                    <a:pt x="2774439" y="1639468"/>
                  </a:lnTo>
                  <a:lnTo>
                    <a:pt x="2774439" y="93980"/>
                  </a:lnTo>
                  <a:lnTo>
                    <a:pt x="2765524" y="55981"/>
                  </a:lnTo>
                  <a:lnTo>
                    <a:pt x="2740124" y="20624"/>
                  </a:lnTo>
                  <a:lnTo>
                    <a:pt x="2697934" y="647"/>
                  </a:lnTo>
                  <a:lnTo>
                    <a:pt x="2692207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45401" y="4141076"/>
              <a:ext cx="2799715" cy="1659889"/>
            </a:xfrm>
            <a:custGeom>
              <a:avLst/>
              <a:gdLst/>
              <a:ahLst/>
              <a:cxnLst/>
              <a:rect l="l" t="t" r="r" b="b"/>
              <a:pathLst>
                <a:path w="2799715" h="1659889">
                  <a:moveTo>
                    <a:pt x="2799588" y="100228"/>
                  </a:moveTo>
                  <a:lnTo>
                    <a:pt x="2791930" y="61734"/>
                  </a:lnTo>
                  <a:lnTo>
                    <a:pt x="2770124" y="29108"/>
                  </a:lnTo>
                  <a:lnTo>
                    <a:pt x="2737497" y="7302"/>
                  </a:lnTo>
                  <a:lnTo>
                    <a:pt x="2708910" y="114"/>
                  </a:lnTo>
                  <a:lnTo>
                    <a:pt x="2707005" y="114"/>
                  </a:lnTo>
                  <a:lnTo>
                    <a:pt x="2713736" y="1549"/>
                  </a:lnTo>
                  <a:lnTo>
                    <a:pt x="2720873" y="3949"/>
                  </a:lnTo>
                  <a:lnTo>
                    <a:pt x="2752344" y="29108"/>
                  </a:lnTo>
                  <a:lnTo>
                    <a:pt x="2771216" y="71069"/>
                  </a:lnTo>
                  <a:lnTo>
                    <a:pt x="2774442" y="100228"/>
                  </a:lnTo>
                  <a:lnTo>
                    <a:pt x="2774442" y="1634121"/>
                  </a:lnTo>
                  <a:lnTo>
                    <a:pt x="25146" y="1634121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634121"/>
                  </a:lnTo>
                  <a:lnTo>
                    <a:pt x="0" y="1642579"/>
                  </a:lnTo>
                  <a:lnTo>
                    <a:pt x="2260" y="1648015"/>
                  </a:lnTo>
                  <a:lnTo>
                    <a:pt x="7175" y="1652943"/>
                  </a:lnTo>
                  <a:lnTo>
                    <a:pt x="11264" y="1657032"/>
                  </a:lnTo>
                  <a:lnTo>
                    <a:pt x="16700" y="1659280"/>
                  </a:lnTo>
                  <a:lnTo>
                    <a:pt x="2782887" y="1659280"/>
                  </a:lnTo>
                  <a:lnTo>
                    <a:pt x="2788323" y="1657032"/>
                  </a:lnTo>
                  <a:lnTo>
                    <a:pt x="2792412" y="1652943"/>
                  </a:lnTo>
                  <a:lnTo>
                    <a:pt x="2797340" y="1648015"/>
                  </a:lnTo>
                  <a:lnTo>
                    <a:pt x="2799588" y="1642579"/>
                  </a:lnTo>
                  <a:lnTo>
                    <a:pt x="2799588" y="1634121"/>
                  </a:lnTo>
                  <a:lnTo>
                    <a:pt x="2799588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5401" y="3864101"/>
              <a:ext cx="2799715" cy="553720"/>
            </a:xfrm>
            <a:custGeom>
              <a:avLst/>
              <a:gdLst/>
              <a:ahLst/>
              <a:cxnLst/>
              <a:rect l="l" t="t" r="r" b="b"/>
              <a:pathLst>
                <a:path w="2799715" h="553720">
                  <a:moveTo>
                    <a:pt x="2799600" y="271475"/>
                  </a:moveTo>
                  <a:lnTo>
                    <a:pt x="2779585" y="251460"/>
                  </a:lnTo>
                  <a:lnTo>
                    <a:pt x="1675053" y="251460"/>
                  </a:lnTo>
                  <a:lnTo>
                    <a:pt x="1674888" y="249491"/>
                  </a:lnTo>
                  <a:lnTo>
                    <a:pt x="1667929" y="209397"/>
                  </a:lnTo>
                  <a:lnTo>
                    <a:pt x="1655152" y="170751"/>
                  </a:lnTo>
                  <a:lnTo>
                    <a:pt x="1636852" y="134404"/>
                  </a:lnTo>
                  <a:lnTo>
                    <a:pt x="1613433" y="101130"/>
                  </a:lnTo>
                  <a:lnTo>
                    <a:pt x="1585366" y="71653"/>
                  </a:lnTo>
                  <a:lnTo>
                    <a:pt x="1553286" y="46609"/>
                  </a:lnTo>
                  <a:lnTo>
                    <a:pt x="1517865" y="26555"/>
                  </a:lnTo>
                  <a:lnTo>
                    <a:pt x="1479905" y="11912"/>
                  </a:lnTo>
                  <a:lnTo>
                    <a:pt x="1440192" y="2997"/>
                  </a:lnTo>
                  <a:lnTo>
                    <a:pt x="1399616" y="0"/>
                  </a:lnTo>
                  <a:lnTo>
                    <a:pt x="1392821" y="88"/>
                  </a:lnTo>
                  <a:lnTo>
                    <a:pt x="1352308" y="4076"/>
                  </a:lnTo>
                  <a:lnTo>
                    <a:pt x="1312837" y="13970"/>
                  </a:lnTo>
                  <a:lnTo>
                    <a:pt x="1275245" y="29540"/>
                  </a:lnTo>
                  <a:lnTo>
                    <a:pt x="1240332" y="50457"/>
                  </a:lnTo>
                  <a:lnTo>
                    <a:pt x="1208874" y="76276"/>
                  </a:lnTo>
                  <a:lnTo>
                    <a:pt x="1181544" y="106438"/>
                  </a:lnTo>
                  <a:lnTo>
                    <a:pt x="1158925" y="140271"/>
                  </a:lnTo>
                  <a:lnTo>
                    <a:pt x="1141526" y="177063"/>
                  </a:lnTo>
                  <a:lnTo>
                    <a:pt x="1129715" y="216001"/>
                  </a:lnTo>
                  <a:lnTo>
                    <a:pt x="1124153" y="251460"/>
                  </a:lnTo>
                  <a:lnTo>
                    <a:pt x="20015" y="251460"/>
                  </a:lnTo>
                  <a:lnTo>
                    <a:pt x="0" y="271475"/>
                  </a:lnTo>
                  <a:lnTo>
                    <a:pt x="0" y="352044"/>
                  </a:lnTo>
                  <a:lnTo>
                    <a:pt x="1133487" y="352044"/>
                  </a:lnTo>
                  <a:lnTo>
                    <a:pt x="1134910" y="356908"/>
                  </a:lnTo>
                  <a:lnTo>
                    <a:pt x="1149553" y="394881"/>
                  </a:lnTo>
                  <a:lnTo>
                    <a:pt x="1169619" y="430288"/>
                  </a:lnTo>
                  <a:lnTo>
                    <a:pt x="1194650" y="462368"/>
                  </a:lnTo>
                  <a:lnTo>
                    <a:pt x="1224127" y="490423"/>
                  </a:lnTo>
                  <a:lnTo>
                    <a:pt x="1257401" y="513867"/>
                  </a:lnTo>
                  <a:lnTo>
                    <a:pt x="1293761" y="532168"/>
                  </a:lnTo>
                  <a:lnTo>
                    <a:pt x="1332395" y="544931"/>
                  </a:lnTo>
                  <a:lnTo>
                    <a:pt x="1372501" y="551891"/>
                  </a:lnTo>
                  <a:lnTo>
                    <a:pt x="1399616" y="553212"/>
                  </a:lnTo>
                  <a:lnTo>
                    <a:pt x="1406398" y="553135"/>
                  </a:lnTo>
                  <a:lnTo>
                    <a:pt x="1446885" y="549148"/>
                  </a:lnTo>
                  <a:lnTo>
                    <a:pt x="1486369" y="539254"/>
                  </a:lnTo>
                  <a:lnTo>
                    <a:pt x="1523961" y="523684"/>
                  </a:lnTo>
                  <a:lnTo>
                    <a:pt x="1558874" y="502754"/>
                  </a:lnTo>
                  <a:lnTo>
                    <a:pt x="1590332" y="476948"/>
                  </a:lnTo>
                  <a:lnTo>
                    <a:pt x="1617662" y="446786"/>
                  </a:lnTo>
                  <a:lnTo>
                    <a:pt x="1640268" y="412953"/>
                  </a:lnTo>
                  <a:lnTo>
                    <a:pt x="1657680" y="376161"/>
                  </a:lnTo>
                  <a:lnTo>
                    <a:pt x="1665706" y="352044"/>
                  </a:lnTo>
                  <a:lnTo>
                    <a:pt x="2799600" y="352044"/>
                  </a:lnTo>
                  <a:lnTo>
                    <a:pt x="2799600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977821" y="3981993"/>
            <a:ext cx="13525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2918" y="4576277"/>
            <a:ext cx="2302510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Display</a:t>
            </a:r>
            <a:r>
              <a:rPr sz="1800" spc="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Cart</a:t>
            </a:r>
            <a:r>
              <a:rPr sz="1800" spc="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Items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3000"/>
              </a:lnSpc>
              <a:spcBef>
                <a:spcPts val="720"/>
              </a:spcBef>
            </a:pP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Show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all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items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details.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629405" y="3864102"/>
            <a:ext cx="2799715" cy="1936750"/>
            <a:chOff x="3629405" y="3864102"/>
            <a:chExt cx="2799715" cy="1936750"/>
          </a:xfrm>
        </p:grpSpPr>
        <p:sp>
          <p:nvSpPr>
            <p:cNvPr id="28" name="object 28"/>
            <p:cNvSpPr/>
            <p:nvPr/>
          </p:nvSpPr>
          <p:spPr>
            <a:xfrm>
              <a:off x="3641978" y="4140708"/>
              <a:ext cx="2774950" cy="1647189"/>
            </a:xfrm>
            <a:custGeom>
              <a:avLst/>
              <a:gdLst/>
              <a:ahLst/>
              <a:cxnLst/>
              <a:rect l="l" t="t" r="r" b="b"/>
              <a:pathLst>
                <a:path w="2774950" h="1647189">
                  <a:moveTo>
                    <a:pt x="2692209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02" y="20624"/>
                  </a:lnTo>
                  <a:lnTo>
                    <a:pt x="8902" y="55981"/>
                  </a:lnTo>
                  <a:lnTo>
                    <a:pt x="6705" y="62090"/>
                  </a:lnTo>
                  <a:lnTo>
                    <a:pt x="4483" y="68186"/>
                  </a:lnTo>
                  <a:lnTo>
                    <a:pt x="2819" y="74485"/>
                  </a:lnTo>
                  <a:lnTo>
                    <a:pt x="558" y="87439"/>
                  </a:lnTo>
                  <a:lnTo>
                    <a:pt x="0" y="93980"/>
                  </a:lnTo>
                  <a:lnTo>
                    <a:pt x="0" y="1636572"/>
                  </a:lnTo>
                  <a:lnTo>
                    <a:pt x="0" y="1639468"/>
                  </a:lnTo>
                  <a:lnTo>
                    <a:pt x="1028" y="1641944"/>
                  </a:lnTo>
                  <a:lnTo>
                    <a:pt x="5118" y="1646034"/>
                  </a:lnTo>
                  <a:lnTo>
                    <a:pt x="7594" y="1647063"/>
                  </a:lnTo>
                  <a:lnTo>
                    <a:pt x="2766847" y="1647063"/>
                  </a:lnTo>
                  <a:lnTo>
                    <a:pt x="2769323" y="1646034"/>
                  </a:lnTo>
                  <a:lnTo>
                    <a:pt x="2773413" y="1641944"/>
                  </a:lnTo>
                  <a:lnTo>
                    <a:pt x="2774442" y="1639468"/>
                  </a:lnTo>
                  <a:lnTo>
                    <a:pt x="2774442" y="93980"/>
                  </a:lnTo>
                  <a:lnTo>
                    <a:pt x="2773883" y="87439"/>
                  </a:lnTo>
                  <a:lnTo>
                    <a:pt x="2771622" y="74485"/>
                  </a:lnTo>
                  <a:lnTo>
                    <a:pt x="2769958" y="68186"/>
                  </a:lnTo>
                  <a:lnTo>
                    <a:pt x="2767736" y="62090"/>
                  </a:lnTo>
                  <a:lnTo>
                    <a:pt x="2765539" y="55981"/>
                  </a:lnTo>
                  <a:lnTo>
                    <a:pt x="2740139" y="20624"/>
                  </a:lnTo>
                  <a:lnTo>
                    <a:pt x="2697924" y="647"/>
                  </a:lnTo>
                  <a:lnTo>
                    <a:pt x="2692209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29393" y="4141076"/>
              <a:ext cx="2799715" cy="1659889"/>
            </a:xfrm>
            <a:custGeom>
              <a:avLst/>
              <a:gdLst/>
              <a:ahLst/>
              <a:cxnLst/>
              <a:rect l="l" t="t" r="r" b="b"/>
              <a:pathLst>
                <a:path w="2799715" h="1659889">
                  <a:moveTo>
                    <a:pt x="2799588" y="100228"/>
                  </a:moveTo>
                  <a:lnTo>
                    <a:pt x="2791930" y="61734"/>
                  </a:lnTo>
                  <a:lnTo>
                    <a:pt x="2770124" y="29108"/>
                  </a:lnTo>
                  <a:lnTo>
                    <a:pt x="2737497" y="7302"/>
                  </a:lnTo>
                  <a:lnTo>
                    <a:pt x="2708922" y="114"/>
                  </a:lnTo>
                  <a:lnTo>
                    <a:pt x="2707005" y="114"/>
                  </a:lnTo>
                  <a:lnTo>
                    <a:pt x="2713723" y="1549"/>
                  </a:lnTo>
                  <a:lnTo>
                    <a:pt x="2720873" y="3949"/>
                  </a:lnTo>
                  <a:lnTo>
                    <a:pt x="2752344" y="29108"/>
                  </a:lnTo>
                  <a:lnTo>
                    <a:pt x="2771216" y="71069"/>
                  </a:lnTo>
                  <a:lnTo>
                    <a:pt x="2774442" y="100228"/>
                  </a:lnTo>
                  <a:lnTo>
                    <a:pt x="2774442" y="1634121"/>
                  </a:lnTo>
                  <a:lnTo>
                    <a:pt x="25146" y="1634121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634121"/>
                  </a:lnTo>
                  <a:lnTo>
                    <a:pt x="0" y="1642579"/>
                  </a:lnTo>
                  <a:lnTo>
                    <a:pt x="2247" y="1648015"/>
                  </a:lnTo>
                  <a:lnTo>
                    <a:pt x="7175" y="1652943"/>
                  </a:lnTo>
                  <a:lnTo>
                    <a:pt x="11264" y="1657032"/>
                  </a:lnTo>
                  <a:lnTo>
                    <a:pt x="16700" y="1659280"/>
                  </a:lnTo>
                  <a:lnTo>
                    <a:pt x="2782887" y="1659280"/>
                  </a:lnTo>
                  <a:lnTo>
                    <a:pt x="2788323" y="1657032"/>
                  </a:lnTo>
                  <a:lnTo>
                    <a:pt x="2792412" y="1652943"/>
                  </a:lnTo>
                  <a:lnTo>
                    <a:pt x="2797340" y="1648015"/>
                  </a:lnTo>
                  <a:lnTo>
                    <a:pt x="2799588" y="1642579"/>
                  </a:lnTo>
                  <a:lnTo>
                    <a:pt x="2799588" y="1634121"/>
                  </a:lnTo>
                  <a:lnTo>
                    <a:pt x="2799588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629406" y="3864101"/>
              <a:ext cx="2799715" cy="553720"/>
            </a:xfrm>
            <a:custGeom>
              <a:avLst/>
              <a:gdLst/>
              <a:ahLst/>
              <a:cxnLst/>
              <a:rect l="l" t="t" r="r" b="b"/>
              <a:pathLst>
                <a:path w="2799715" h="553720">
                  <a:moveTo>
                    <a:pt x="2799588" y="271475"/>
                  </a:moveTo>
                  <a:lnTo>
                    <a:pt x="2779560" y="251460"/>
                  </a:lnTo>
                  <a:lnTo>
                    <a:pt x="1675041" y="251460"/>
                  </a:lnTo>
                  <a:lnTo>
                    <a:pt x="1674876" y="249491"/>
                  </a:lnTo>
                  <a:lnTo>
                    <a:pt x="1667916" y="209397"/>
                  </a:lnTo>
                  <a:lnTo>
                    <a:pt x="1655152" y="170751"/>
                  </a:lnTo>
                  <a:lnTo>
                    <a:pt x="1636852" y="134404"/>
                  </a:lnTo>
                  <a:lnTo>
                    <a:pt x="1613420" y="101130"/>
                  </a:lnTo>
                  <a:lnTo>
                    <a:pt x="1585353" y="71653"/>
                  </a:lnTo>
                  <a:lnTo>
                    <a:pt x="1553260" y="46609"/>
                  </a:lnTo>
                  <a:lnTo>
                    <a:pt x="1517853" y="26555"/>
                  </a:lnTo>
                  <a:lnTo>
                    <a:pt x="1479892" y="11912"/>
                  </a:lnTo>
                  <a:lnTo>
                    <a:pt x="1440180" y="2997"/>
                  </a:lnTo>
                  <a:lnTo>
                    <a:pt x="1399590" y="0"/>
                  </a:lnTo>
                  <a:lnTo>
                    <a:pt x="1392796" y="88"/>
                  </a:lnTo>
                  <a:lnTo>
                    <a:pt x="1352308" y="4076"/>
                  </a:lnTo>
                  <a:lnTo>
                    <a:pt x="1312824" y="13970"/>
                  </a:lnTo>
                  <a:lnTo>
                    <a:pt x="1275232" y="29540"/>
                  </a:lnTo>
                  <a:lnTo>
                    <a:pt x="1240320" y="50457"/>
                  </a:lnTo>
                  <a:lnTo>
                    <a:pt x="1208862" y="76276"/>
                  </a:lnTo>
                  <a:lnTo>
                    <a:pt x="1181531" y="106438"/>
                  </a:lnTo>
                  <a:lnTo>
                    <a:pt x="1158925" y="140271"/>
                  </a:lnTo>
                  <a:lnTo>
                    <a:pt x="1141526" y="177063"/>
                  </a:lnTo>
                  <a:lnTo>
                    <a:pt x="1129703" y="216001"/>
                  </a:lnTo>
                  <a:lnTo>
                    <a:pt x="1124140" y="251460"/>
                  </a:lnTo>
                  <a:lnTo>
                    <a:pt x="20002" y="251460"/>
                  </a:lnTo>
                  <a:lnTo>
                    <a:pt x="0" y="271475"/>
                  </a:lnTo>
                  <a:lnTo>
                    <a:pt x="0" y="352044"/>
                  </a:lnTo>
                  <a:lnTo>
                    <a:pt x="1133475" y="352044"/>
                  </a:lnTo>
                  <a:lnTo>
                    <a:pt x="1134897" y="356908"/>
                  </a:lnTo>
                  <a:lnTo>
                    <a:pt x="1149540" y="394881"/>
                  </a:lnTo>
                  <a:lnTo>
                    <a:pt x="1169606" y="430288"/>
                  </a:lnTo>
                  <a:lnTo>
                    <a:pt x="1194638" y="462368"/>
                  </a:lnTo>
                  <a:lnTo>
                    <a:pt x="1224127" y="490423"/>
                  </a:lnTo>
                  <a:lnTo>
                    <a:pt x="1257388" y="513867"/>
                  </a:lnTo>
                  <a:lnTo>
                    <a:pt x="1293749" y="532168"/>
                  </a:lnTo>
                  <a:lnTo>
                    <a:pt x="1332382" y="544931"/>
                  </a:lnTo>
                  <a:lnTo>
                    <a:pt x="1372489" y="551891"/>
                  </a:lnTo>
                  <a:lnTo>
                    <a:pt x="1399590" y="553212"/>
                  </a:lnTo>
                  <a:lnTo>
                    <a:pt x="1406372" y="553135"/>
                  </a:lnTo>
                  <a:lnTo>
                    <a:pt x="1446885" y="549148"/>
                  </a:lnTo>
                  <a:lnTo>
                    <a:pt x="1486357" y="539254"/>
                  </a:lnTo>
                  <a:lnTo>
                    <a:pt x="1523961" y="523684"/>
                  </a:lnTo>
                  <a:lnTo>
                    <a:pt x="1558861" y="502754"/>
                  </a:lnTo>
                  <a:lnTo>
                    <a:pt x="1590319" y="476948"/>
                  </a:lnTo>
                  <a:lnTo>
                    <a:pt x="1617649" y="446786"/>
                  </a:lnTo>
                  <a:lnTo>
                    <a:pt x="1640268" y="412953"/>
                  </a:lnTo>
                  <a:lnTo>
                    <a:pt x="1657667" y="376161"/>
                  </a:lnTo>
                  <a:lnTo>
                    <a:pt x="1665693" y="352044"/>
                  </a:lnTo>
                  <a:lnTo>
                    <a:pt x="2799588" y="352044"/>
                  </a:lnTo>
                  <a:lnTo>
                    <a:pt x="2799588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962601" y="3981993"/>
            <a:ext cx="1333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26065" y="4576277"/>
            <a:ext cx="1700530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Apply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Discount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3000"/>
              </a:lnSpc>
              <a:spcBef>
                <a:spcPts val="720"/>
              </a:spcBef>
            </a:pP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Calculate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apply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discount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on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total.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613397" y="3864102"/>
            <a:ext cx="2799715" cy="1936750"/>
            <a:chOff x="6613397" y="3864102"/>
            <a:chExt cx="2799715" cy="1936750"/>
          </a:xfrm>
        </p:grpSpPr>
        <p:sp>
          <p:nvSpPr>
            <p:cNvPr id="34" name="object 34"/>
            <p:cNvSpPr/>
            <p:nvPr/>
          </p:nvSpPr>
          <p:spPr>
            <a:xfrm>
              <a:off x="6625971" y="4140708"/>
              <a:ext cx="2774950" cy="1647189"/>
            </a:xfrm>
            <a:custGeom>
              <a:avLst/>
              <a:gdLst/>
              <a:ahLst/>
              <a:cxnLst/>
              <a:rect l="l" t="t" r="r" b="b"/>
              <a:pathLst>
                <a:path w="2774950" h="1647189">
                  <a:moveTo>
                    <a:pt x="2692209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15" y="20624"/>
                  </a:lnTo>
                  <a:lnTo>
                    <a:pt x="8915" y="55981"/>
                  </a:lnTo>
                  <a:lnTo>
                    <a:pt x="0" y="93980"/>
                  </a:lnTo>
                  <a:lnTo>
                    <a:pt x="0" y="1636572"/>
                  </a:lnTo>
                  <a:lnTo>
                    <a:pt x="0" y="1639468"/>
                  </a:lnTo>
                  <a:lnTo>
                    <a:pt x="1028" y="1641944"/>
                  </a:lnTo>
                  <a:lnTo>
                    <a:pt x="5130" y="1646034"/>
                  </a:lnTo>
                  <a:lnTo>
                    <a:pt x="7594" y="1647063"/>
                  </a:lnTo>
                  <a:lnTo>
                    <a:pt x="2766847" y="1647063"/>
                  </a:lnTo>
                  <a:lnTo>
                    <a:pt x="2769311" y="1646034"/>
                  </a:lnTo>
                  <a:lnTo>
                    <a:pt x="2773413" y="1641944"/>
                  </a:lnTo>
                  <a:lnTo>
                    <a:pt x="2774442" y="1639468"/>
                  </a:lnTo>
                  <a:lnTo>
                    <a:pt x="2774442" y="93980"/>
                  </a:lnTo>
                  <a:lnTo>
                    <a:pt x="2765526" y="55981"/>
                  </a:lnTo>
                  <a:lnTo>
                    <a:pt x="2740126" y="20624"/>
                  </a:lnTo>
                  <a:lnTo>
                    <a:pt x="2697937" y="647"/>
                  </a:lnTo>
                  <a:lnTo>
                    <a:pt x="2692209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613385" y="4141076"/>
              <a:ext cx="2799715" cy="1659889"/>
            </a:xfrm>
            <a:custGeom>
              <a:avLst/>
              <a:gdLst/>
              <a:ahLst/>
              <a:cxnLst/>
              <a:rect l="l" t="t" r="r" b="b"/>
              <a:pathLst>
                <a:path w="2799715" h="1659889">
                  <a:moveTo>
                    <a:pt x="2799588" y="100228"/>
                  </a:moveTo>
                  <a:lnTo>
                    <a:pt x="2791930" y="61734"/>
                  </a:lnTo>
                  <a:lnTo>
                    <a:pt x="2770124" y="29108"/>
                  </a:lnTo>
                  <a:lnTo>
                    <a:pt x="2737497" y="7302"/>
                  </a:lnTo>
                  <a:lnTo>
                    <a:pt x="2708910" y="114"/>
                  </a:lnTo>
                  <a:lnTo>
                    <a:pt x="2707005" y="114"/>
                  </a:lnTo>
                  <a:lnTo>
                    <a:pt x="2713723" y="1549"/>
                  </a:lnTo>
                  <a:lnTo>
                    <a:pt x="2720873" y="3949"/>
                  </a:lnTo>
                  <a:lnTo>
                    <a:pt x="2752344" y="29108"/>
                  </a:lnTo>
                  <a:lnTo>
                    <a:pt x="2771216" y="71069"/>
                  </a:lnTo>
                  <a:lnTo>
                    <a:pt x="2774442" y="100228"/>
                  </a:lnTo>
                  <a:lnTo>
                    <a:pt x="2774442" y="1634121"/>
                  </a:lnTo>
                  <a:lnTo>
                    <a:pt x="25146" y="1634121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634121"/>
                  </a:lnTo>
                  <a:lnTo>
                    <a:pt x="0" y="1642579"/>
                  </a:lnTo>
                  <a:lnTo>
                    <a:pt x="2247" y="1648015"/>
                  </a:lnTo>
                  <a:lnTo>
                    <a:pt x="7175" y="1652943"/>
                  </a:lnTo>
                  <a:lnTo>
                    <a:pt x="11264" y="1657032"/>
                  </a:lnTo>
                  <a:lnTo>
                    <a:pt x="16700" y="1659280"/>
                  </a:lnTo>
                  <a:lnTo>
                    <a:pt x="2782887" y="1659280"/>
                  </a:lnTo>
                  <a:lnTo>
                    <a:pt x="2788323" y="1657032"/>
                  </a:lnTo>
                  <a:lnTo>
                    <a:pt x="2792412" y="1652943"/>
                  </a:lnTo>
                  <a:lnTo>
                    <a:pt x="2797340" y="1648015"/>
                  </a:lnTo>
                  <a:lnTo>
                    <a:pt x="2799588" y="1642579"/>
                  </a:lnTo>
                  <a:lnTo>
                    <a:pt x="2799588" y="1634121"/>
                  </a:lnTo>
                  <a:lnTo>
                    <a:pt x="2799588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613385" y="3864101"/>
              <a:ext cx="2799715" cy="553720"/>
            </a:xfrm>
            <a:custGeom>
              <a:avLst/>
              <a:gdLst/>
              <a:ahLst/>
              <a:cxnLst/>
              <a:rect l="l" t="t" r="r" b="b"/>
              <a:pathLst>
                <a:path w="2799715" h="553720">
                  <a:moveTo>
                    <a:pt x="2799600" y="271475"/>
                  </a:moveTo>
                  <a:lnTo>
                    <a:pt x="2779585" y="251460"/>
                  </a:lnTo>
                  <a:lnTo>
                    <a:pt x="1675041" y="251460"/>
                  </a:lnTo>
                  <a:lnTo>
                    <a:pt x="1674876" y="249491"/>
                  </a:lnTo>
                  <a:lnTo>
                    <a:pt x="1667929" y="209397"/>
                  </a:lnTo>
                  <a:lnTo>
                    <a:pt x="1655165" y="170751"/>
                  </a:lnTo>
                  <a:lnTo>
                    <a:pt x="1636852" y="134404"/>
                  </a:lnTo>
                  <a:lnTo>
                    <a:pt x="1613433" y="101130"/>
                  </a:lnTo>
                  <a:lnTo>
                    <a:pt x="1585366" y="71653"/>
                  </a:lnTo>
                  <a:lnTo>
                    <a:pt x="1553273" y="46609"/>
                  </a:lnTo>
                  <a:lnTo>
                    <a:pt x="1517865" y="26555"/>
                  </a:lnTo>
                  <a:lnTo>
                    <a:pt x="1479905" y="11912"/>
                  </a:lnTo>
                  <a:lnTo>
                    <a:pt x="1440192" y="2997"/>
                  </a:lnTo>
                  <a:lnTo>
                    <a:pt x="1399603" y="0"/>
                  </a:lnTo>
                  <a:lnTo>
                    <a:pt x="1392821" y="88"/>
                  </a:lnTo>
                  <a:lnTo>
                    <a:pt x="1352308" y="4076"/>
                  </a:lnTo>
                  <a:lnTo>
                    <a:pt x="1312837" y="13970"/>
                  </a:lnTo>
                  <a:lnTo>
                    <a:pt x="1275245" y="29540"/>
                  </a:lnTo>
                  <a:lnTo>
                    <a:pt x="1240332" y="50457"/>
                  </a:lnTo>
                  <a:lnTo>
                    <a:pt x="1208874" y="76276"/>
                  </a:lnTo>
                  <a:lnTo>
                    <a:pt x="1181544" y="106438"/>
                  </a:lnTo>
                  <a:lnTo>
                    <a:pt x="1158938" y="140271"/>
                  </a:lnTo>
                  <a:lnTo>
                    <a:pt x="1141526" y="177063"/>
                  </a:lnTo>
                  <a:lnTo>
                    <a:pt x="1129715" y="216001"/>
                  </a:lnTo>
                  <a:lnTo>
                    <a:pt x="1124153" y="251460"/>
                  </a:lnTo>
                  <a:lnTo>
                    <a:pt x="20027" y="251460"/>
                  </a:lnTo>
                  <a:lnTo>
                    <a:pt x="0" y="271475"/>
                  </a:lnTo>
                  <a:lnTo>
                    <a:pt x="0" y="352044"/>
                  </a:lnTo>
                  <a:lnTo>
                    <a:pt x="1133487" y="352044"/>
                  </a:lnTo>
                  <a:lnTo>
                    <a:pt x="1134910" y="356908"/>
                  </a:lnTo>
                  <a:lnTo>
                    <a:pt x="1149553" y="394881"/>
                  </a:lnTo>
                  <a:lnTo>
                    <a:pt x="1169619" y="430288"/>
                  </a:lnTo>
                  <a:lnTo>
                    <a:pt x="1194650" y="462368"/>
                  </a:lnTo>
                  <a:lnTo>
                    <a:pt x="1224127" y="490423"/>
                  </a:lnTo>
                  <a:lnTo>
                    <a:pt x="1257401" y="513867"/>
                  </a:lnTo>
                  <a:lnTo>
                    <a:pt x="1293761" y="532168"/>
                  </a:lnTo>
                  <a:lnTo>
                    <a:pt x="1332395" y="544931"/>
                  </a:lnTo>
                  <a:lnTo>
                    <a:pt x="1372501" y="551891"/>
                  </a:lnTo>
                  <a:lnTo>
                    <a:pt x="1399603" y="553212"/>
                  </a:lnTo>
                  <a:lnTo>
                    <a:pt x="1406398" y="553135"/>
                  </a:lnTo>
                  <a:lnTo>
                    <a:pt x="1446898" y="549148"/>
                  </a:lnTo>
                  <a:lnTo>
                    <a:pt x="1486369" y="539254"/>
                  </a:lnTo>
                  <a:lnTo>
                    <a:pt x="1523961" y="523684"/>
                  </a:lnTo>
                  <a:lnTo>
                    <a:pt x="1558874" y="502754"/>
                  </a:lnTo>
                  <a:lnTo>
                    <a:pt x="1590332" y="476948"/>
                  </a:lnTo>
                  <a:lnTo>
                    <a:pt x="1617662" y="446786"/>
                  </a:lnTo>
                  <a:lnTo>
                    <a:pt x="1640268" y="412953"/>
                  </a:lnTo>
                  <a:lnTo>
                    <a:pt x="1657680" y="376161"/>
                  </a:lnTo>
                  <a:lnTo>
                    <a:pt x="1665706" y="352044"/>
                  </a:lnTo>
                  <a:lnTo>
                    <a:pt x="2799600" y="352044"/>
                  </a:lnTo>
                  <a:lnTo>
                    <a:pt x="2799600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7943710" y="3981993"/>
            <a:ext cx="13843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10247" y="4576277"/>
            <a:ext cx="2261870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Checkout</a:t>
            </a:r>
            <a:r>
              <a:rPr sz="1800" spc="13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Simulation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3000"/>
              </a:lnSpc>
              <a:spcBef>
                <a:spcPts val="720"/>
              </a:spcBef>
            </a:pP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Display</a:t>
            </a:r>
            <a:r>
              <a:rPr sz="1450" spc="229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final</a:t>
            </a:r>
            <a:r>
              <a:rPr sz="1450" spc="229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bill</a:t>
            </a:r>
            <a:r>
              <a:rPr sz="1450" spc="229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</a:t>
            </a:r>
            <a:r>
              <a:rPr sz="1450" spc="2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total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amount.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45412" y="5984747"/>
            <a:ext cx="8768080" cy="1643380"/>
            <a:chOff x="645412" y="5984747"/>
            <a:chExt cx="8768080" cy="1643380"/>
          </a:xfrm>
        </p:grpSpPr>
        <p:sp>
          <p:nvSpPr>
            <p:cNvPr id="40" name="object 40"/>
            <p:cNvSpPr/>
            <p:nvPr/>
          </p:nvSpPr>
          <p:spPr>
            <a:xfrm>
              <a:off x="657989" y="6261353"/>
              <a:ext cx="8742680" cy="1353820"/>
            </a:xfrm>
            <a:custGeom>
              <a:avLst/>
              <a:gdLst/>
              <a:ahLst/>
              <a:cxnLst/>
              <a:rect l="l" t="t" r="r" b="b"/>
              <a:pathLst>
                <a:path w="8742680" h="1353820">
                  <a:moveTo>
                    <a:pt x="8660191" y="0"/>
                  </a:moveTo>
                  <a:lnTo>
                    <a:pt x="82232" y="0"/>
                  </a:lnTo>
                  <a:lnTo>
                    <a:pt x="76507" y="647"/>
                  </a:lnTo>
                  <a:lnTo>
                    <a:pt x="34309" y="20612"/>
                  </a:lnTo>
                  <a:lnTo>
                    <a:pt x="8909" y="55994"/>
                  </a:lnTo>
                  <a:lnTo>
                    <a:pt x="0" y="93980"/>
                  </a:lnTo>
                  <a:lnTo>
                    <a:pt x="0" y="1343192"/>
                  </a:lnTo>
                  <a:lnTo>
                    <a:pt x="0" y="1346094"/>
                  </a:lnTo>
                  <a:lnTo>
                    <a:pt x="1021" y="1348564"/>
                  </a:lnTo>
                  <a:lnTo>
                    <a:pt x="5119" y="1352668"/>
                  </a:lnTo>
                  <a:lnTo>
                    <a:pt x="7594" y="1353690"/>
                  </a:lnTo>
                  <a:lnTo>
                    <a:pt x="8734828" y="1353690"/>
                  </a:lnTo>
                  <a:lnTo>
                    <a:pt x="8737292" y="1352668"/>
                  </a:lnTo>
                  <a:lnTo>
                    <a:pt x="8741394" y="1348564"/>
                  </a:lnTo>
                  <a:lnTo>
                    <a:pt x="8742423" y="1346094"/>
                  </a:lnTo>
                  <a:lnTo>
                    <a:pt x="8742423" y="93980"/>
                  </a:lnTo>
                  <a:lnTo>
                    <a:pt x="8733508" y="55994"/>
                  </a:lnTo>
                  <a:lnTo>
                    <a:pt x="8708108" y="20612"/>
                  </a:lnTo>
                  <a:lnTo>
                    <a:pt x="8665918" y="647"/>
                  </a:lnTo>
                  <a:lnTo>
                    <a:pt x="8660191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45401" y="6261722"/>
              <a:ext cx="8768080" cy="1366520"/>
            </a:xfrm>
            <a:custGeom>
              <a:avLst/>
              <a:gdLst/>
              <a:ahLst/>
              <a:cxnLst/>
              <a:rect l="l" t="t" r="r" b="b"/>
              <a:pathLst>
                <a:path w="8768080" h="1366520">
                  <a:moveTo>
                    <a:pt x="8767572" y="100228"/>
                  </a:moveTo>
                  <a:lnTo>
                    <a:pt x="8759914" y="61734"/>
                  </a:lnTo>
                  <a:lnTo>
                    <a:pt x="8738108" y="29108"/>
                  </a:lnTo>
                  <a:lnTo>
                    <a:pt x="8705482" y="7302"/>
                  </a:lnTo>
                  <a:lnTo>
                    <a:pt x="8676894" y="114"/>
                  </a:lnTo>
                  <a:lnTo>
                    <a:pt x="8674989" y="114"/>
                  </a:lnTo>
                  <a:lnTo>
                    <a:pt x="8681707" y="1549"/>
                  </a:lnTo>
                  <a:lnTo>
                    <a:pt x="8688857" y="3949"/>
                  </a:lnTo>
                  <a:lnTo>
                    <a:pt x="8720328" y="29108"/>
                  </a:lnTo>
                  <a:lnTo>
                    <a:pt x="8739200" y="71069"/>
                  </a:lnTo>
                  <a:lnTo>
                    <a:pt x="8742426" y="100228"/>
                  </a:lnTo>
                  <a:lnTo>
                    <a:pt x="8742426" y="1340751"/>
                  </a:lnTo>
                  <a:lnTo>
                    <a:pt x="8741588" y="1340751"/>
                  </a:lnTo>
                  <a:lnTo>
                    <a:pt x="25984" y="1340751"/>
                  </a:lnTo>
                  <a:lnTo>
                    <a:pt x="25146" y="1340751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340751"/>
                  </a:lnTo>
                  <a:lnTo>
                    <a:pt x="0" y="1349209"/>
                  </a:lnTo>
                  <a:lnTo>
                    <a:pt x="2260" y="1354645"/>
                  </a:lnTo>
                  <a:lnTo>
                    <a:pt x="7175" y="1359560"/>
                  </a:lnTo>
                  <a:lnTo>
                    <a:pt x="11264" y="1363649"/>
                  </a:lnTo>
                  <a:lnTo>
                    <a:pt x="16700" y="1365910"/>
                  </a:lnTo>
                  <a:lnTo>
                    <a:pt x="8750871" y="1365910"/>
                  </a:lnTo>
                  <a:lnTo>
                    <a:pt x="8756307" y="1363649"/>
                  </a:lnTo>
                  <a:lnTo>
                    <a:pt x="8760396" y="1359560"/>
                  </a:lnTo>
                  <a:lnTo>
                    <a:pt x="8765324" y="1354645"/>
                  </a:lnTo>
                  <a:lnTo>
                    <a:pt x="8767572" y="1349209"/>
                  </a:lnTo>
                  <a:lnTo>
                    <a:pt x="8767572" y="1340751"/>
                  </a:lnTo>
                  <a:lnTo>
                    <a:pt x="8767572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45401" y="5984747"/>
              <a:ext cx="8768080" cy="553720"/>
            </a:xfrm>
            <a:custGeom>
              <a:avLst/>
              <a:gdLst/>
              <a:ahLst/>
              <a:cxnLst/>
              <a:rect l="l" t="t" r="r" b="b"/>
              <a:pathLst>
                <a:path w="8768080" h="553720">
                  <a:moveTo>
                    <a:pt x="8767585" y="271487"/>
                  </a:moveTo>
                  <a:lnTo>
                    <a:pt x="8747569" y="251472"/>
                  </a:lnTo>
                  <a:lnTo>
                    <a:pt x="4659046" y="251472"/>
                  </a:lnTo>
                  <a:lnTo>
                    <a:pt x="4658880" y="249491"/>
                  </a:lnTo>
                  <a:lnTo>
                    <a:pt x="4651921" y="209397"/>
                  </a:lnTo>
                  <a:lnTo>
                    <a:pt x="4639157" y="170751"/>
                  </a:lnTo>
                  <a:lnTo>
                    <a:pt x="4620857" y="134404"/>
                  </a:lnTo>
                  <a:lnTo>
                    <a:pt x="4597425" y="101130"/>
                  </a:lnTo>
                  <a:lnTo>
                    <a:pt x="4569358" y="71653"/>
                  </a:lnTo>
                  <a:lnTo>
                    <a:pt x="4537265" y="46621"/>
                  </a:lnTo>
                  <a:lnTo>
                    <a:pt x="4501858" y="26568"/>
                  </a:lnTo>
                  <a:lnTo>
                    <a:pt x="4463897" y="11912"/>
                  </a:lnTo>
                  <a:lnTo>
                    <a:pt x="4424184" y="2997"/>
                  </a:lnTo>
                  <a:lnTo>
                    <a:pt x="4383595" y="0"/>
                  </a:lnTo>
                  <a:lnTo>
                    <a:pt x="4376801" y="88"/>
                  </a:lnTo>
                  <a:lnTo>
                    <a:pt x="4336313" y="4076"/>
                  </a:lnTo>
                  <a:lnTo>
                    <a:pt x="4296829" y="13970"/>
                  </a:lnTo>
                  <a:lnTo>
                    <a:pt x="4259237" y="29540"/>
                  </a:lnTo>
                  <a:lnTo>
                    <a:pt x="4224325" y="50469"/>
                  </a:lnTo>
                  <a:lnTo>
                    <a:pt x="4192867" y="76276"/>
                  </a:lnTo>
                  <a:lnTo>
                    <a:pt x="4165536" y="106438"/>
                  </a:lnTo>
                  <a:lnTo>
                    <a:pt x="4142930" y="140271"/>
                  </a:lnTo>
                  <a:lnTo>
                    <a:pt x="4125531" y="177063"/>
                  </a:lnTo>
                  <a:lnTo>
                    <a:pt x="4113707" y="216001"/>
                  </a:lnTo>
                  <a:lnTo>
                    <a:pt x="4108145" y="251472"/>
                  </a:lnTo>
                  <a:lnTo>
                    <a:pt x="20015" y="251472"/>
                  </a:lnTo>
                  <a:lnTo>
                    <a:pt x="0" y="271487"/>
                  </a:lnTo>
                  <a:lnTo>
                    <a:pt x="0" y="352044"/>
                  </a:lnTo>
                  <a:lnTo>
                    <a:pt x="4117492" y="352044"/>
                  </a:lnTo>
                  <a:lnTo>
                    <a:pt x="4118902" y="356895"/>
                  </a:lnTo>
                  <a:lnTo>
                    <a:pt x="4133545" y="394881"/>
                  </a:lnTo>
                  <a:lnTo>
                    <a:pt x="4153611" y="430276"/>
                  </a:lnTo>
                  <a:lnTo>
                    <a:pt x="4178643" y="462368"/>
                  </a:lnTo>
                  <a:lnTo>
                    <a:pt x="4208132" y="490423"/>
                  </a:lnTo>
                  <a:lnTo>
                    <a:pt x="4241393" y="513867"/>
                  </a:lnTo>
                  <a:lnTo>
                    <a:pt x="4277753" y="532168"/>
                  </a:lnTo>
                  <a:lnTo>
                    <a:pt x="4316387" y="544931"/>
                  </a:lnTo>
                  <a:lnTo>
                    <a:pt x="4356493" y="551878"/>
                  </a:lnTo>
                  <a:lnTo>
                    <a:pt x="4383595" y="553212"/>
                  </a:lnTo>
                  <a:lnTo>
                    <a:pt x="4390377" y="553135"/>
                  </a:lnTo>
                  <a:lnTo>
                    <a:pt x="4430890" y="549148"/>
                  </a:lnTo>
                  <a:lnTo>
                    <a:pt x="4470362" y="539254"/>
                  </a:lnTo>
                  <a:lnTo>
                    <a:pt x="4507966" y="523684"/>
                  </a:lnTo>
                  <a:lnTo>
                    <a:pt x="4542866" y="502754"/>
                  </a:lnTo>
                  <a:lnTo>
                    <a:pt x="4574324" y="476948"/>
                  </a:lnTo>
                  <a:lnTo>
                    <a:pt x="4601654" y="446786"/>
                  </a:lnTo>
                  <a:lnTo>
                    <a:pt x="4624273" y="412953"/>
                  </a:lnTo>
                  <a:lnTo>
                    <a:pt x="4641672" y="376161"/>
                  </a:lnTo>
                  <a:lnTo>
                    <a:pt x="4649698" y="352044"/>
                  </a:lnTo>
                  <a:lnTo>
                    <a:pt x="8767585" y="352044"/>
                  </a:lnTo>
                  <a:lnTo>
                    <a:pt x="8767585" y="271487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4969154" y="6102639"/>
            <a:ext cx="120014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2918" y="6696924"/>
            <a:ext cx="2698750" cy="6870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Search</a:t>
            </a:r>
            <a:r>
              <a:rPr sz="1800" spc="1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Products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Quick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search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Table.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3238" y="883838"/>
            <a:ext cx="6670040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35" dirty="0"/>
              <a:t>10.</a:t>
            </a:r>
            <a:r>
              <a:rPr spc="-70" dirty="0"/>
              <a:t> </a:t>
            </a:r>
            <a:r>
              <a:rPr spc="-95" dirty="0"/>
              <a:t>PROPOSED</a:t>
            </a:r>
            <a:r>
              <a:rPr spc="-65" dirty="0"/>
              <a:t> </a:t>
            </a:r>
            <a:r>
              <a:rPr spc="-75" dirty="0"/>
              <a:t>METHODOLOGY</a:t>
            </a:r>
            <a:endParaRPr spc="-75" dirty="0"/>
          </a:p>
        </p:txBody>
      </p:sp>
      <p:sp>
        <p:nvSpPr>
          <p:cNvPr id="3" name="object 3"/>
          <p:cNvSpPr/>
          <p:nvPr/>
        </p:nvSpPr>
        <p:spPr>
          <a:xfrm>
            <a:off x="645412" y="2657092"/>
            <a:ext cx="2799715" cy="25400"/>
          </a:xfrm>
          <a:custGeom>
            <a:avLst/>
            <a:gdLst/>
            <a:ahLst/>
            <a:cxnLst/>
            <a:rect l="l" t="t" r="r" b="b"/>
            <a:pathLst>
              <a:path w="2799715" h="25400">
                <a:moveTo>
                  <a:pt x="2799588" y="0"/>
                </a:moveTo>
                <a:lnTo>
                  <a:pt x="0" y="0"/>
                </a:lnTo>
                <a:lnTo>
                  <a:pt x="0" y="25147"/>
                </a:lnTo>
                <a:lnTo>
                  <a:pt x="2799588" y="25147"/>
                </a:lnTo>
                <a:lnTo>
                  <a:pt x="2799588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3238" y="2774147"/>
            <a:ext cx="2663825" cy="18688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Hash</a:t>
            </a:r>
            <a:r>
              <a:rPr sz="1800" spc="-8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Table</a:t>
            </a:r>
            <a:r>
              <a:rPr sz="1800" spc="-8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Design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4000"/>
              </a:lnSpc>
              <a:spcBef>
                <a:spcPts val="705"/>
              </a:spcBef>
            </a:pP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Create</a:t>
            </a:r>
            <a:r>
              <a:rPr sz="1450" spc="2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table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array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of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buckets,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implement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(product_id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%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table_size),</a:t>
            </a:r>
            <a:r>
              <a:rPr sz="1450" spc="21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handle</a:t>
            </a:r>
            <a:r>
              <a:rPr sz="1450" spc="21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collisions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1450" spc="3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chaining.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29405" y="2657092"/>
            <a:ext cx="2799715" cy="25400"/>
          </a:xfrm>
          <a:custGeom>
            <a:avLst/>
            <a:gdLst/>
            <a:ahLst/>
            <a:cxnLst/>
            <a:rect l="l" t="t" r="r" b="b"/>
            <a:pathLst>
              <a:path w="2799715" h="25400">
                <a:moveTo>
                  <a:pt x="2799588" y="0"/>
                </a:moveTo>
                <a:lnTo>
                  <a:pt x="0" y="0"/>
                </a:lnTo>
                <a:lnTo>
                  <a:pt x="0" y="25147"/>
                </a:lnTo>
                <a:lnTo>
                  <a:pt x="2799588" y="25147"/>
                </a:lnTo>
                <a:lnTo>
                  <a:pt x="2799588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16833" y="2774147"/>
            <a:ext cx="2361565" cy="12738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Linked</a:t>
            </a:r>
            <a:r>
              <a:rPr sz="1800" spc="-1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List</a:t>
            </a:r>
            <a:r>
              <a:rPr sz="1800" spc="-1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for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Cart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 algn="just">
              <a:lnSpc>
                <a:spcPct val="133000"/>
              </a:lnSpc>
              <a:spcBef>
                <a:spcPts val="720"/>
              </a:spcBef>
            </a:pP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Create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node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structure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</a:t>
            </a:r>
            <a:r>
              <a:rPr sz="1450" spc="2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details,</a:t>
            </a:r>
            <a:r>
              <a:rPr sz="1450" spc="2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implement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add/remove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operations.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3238" y="1881548"/>
            <a:ext cx="6184265" cy="716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Explain</a:t>
            </a:r>
            <a:r>
              <a:rPr sz="1450" spc="1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450" spc="1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implementation</a:t>
            </a:r>
            <a:r>
              <a:rPr sz="1450" spc="1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approach:</a:t>
            </a:r>
            <a:endParaRPr sz="145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255"/>
              </a:spcBef>
            </a:pPr>
            <a:endParaRPr sz="1450">
              <a:latin typeface="Cambria" panose="02040503050406030204"/>
              <a:cs typeface="Cambria" panose="02040503050406030204"/>
            </a:endParaRPr>
          </a:p>
          <a:p>
            <a:pPr marL="13970">
              <a:lnSpc>
                <a:spcPct val="100000"/>
              </a:lnSpc>
              <a:tabLst>
                <a:tab pos="2988945" algn="l"/>
                <a:tab pos="5972810" algn="l"/>
              </a:tabLst>
            </a:pPr>
            <a:r>
              <a:rPr sz="145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01</a:t>
            </a:r>
            <a:r>
              <a:rPr sz="14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	</a:t>
            </a:r>
            <a:r>
              <a:rPr sz="145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02</a:t>
            </a:r>
            <a:r>
              <a:rPr sz="14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	</a:t>
            </a:r>
            <a:r>
              <a:rPr sz="1450" spc="-4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03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13397" y="2657092"/>
            <a:ext cx="2799715" cy="25400"/>
          </a:xfrm>
          <a:custGeom>
            <a:avLst/>
            <a:gdLst/>
            <a:ahLst/>
            <a:cxnLst/>
            <a:rect l="l" t="t" r="r" b="b"/>
            <a:pathLst>
              <a:path w="2799715" h="25400">
                <a:moveTo>
                  <a:pt x="2799588" y="0"/>
                </a:moveTo>
                <a:lnTo>
                  <a:pt x="0" y="0"/>
                </a:lnTo>
                <a:lnTo>
                  <a:pt x="0" y="25147"/>
                </a:lnTo>
                <a:lnTo>
                  <a:pt x="2799588" y="25147"/>
                </a:lnTo>
                <a:lnTo>
                  <a:pt x="2799588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00570" y="2774147"/>
            <a:ext cx="2557145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Stack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for</a:t>
            </a:r>
            <a:r>
              <a:rPr sz="1800" spc="3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Undo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3000"/>
              </a:lnSpc>
              <a:spcBef>
                <a:spcPts val="720"/>
              </a:spcBef>
            </a:pP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Create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structure,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push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removed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items,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pop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undo.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779" y="4974504"/>
            <a:ext cx="22479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04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5412" y="5289041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33238" y="5406095"/>
            <a:ext cx="4153535" cy="12738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Main</a:t>
            </a:r>
            <a:r>
              <a:rPr sz="1800" spc="-7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Functions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5000"/>
              </a:lnSpc>
              <a:spcBef>
                <a:spcPts val="620"/>
              </a:spcBef>
            </a:pP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Implement</a:t>
            </a:r>
            <a:r>
              <a:rPr sz="1450" spc="1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separate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functions:</a:t>
            </a:r>
            <a:r>
              <a:rPr sz="1450" spc="1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addToCart(),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removeFromCart(),</a:t>
            </a:r>
            <a:r>
              <a:rPr sz="1450" spc="3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undoRemove(),</a:t>
            </a:r>
            <a:r>
              <a:rPr sz="1450" spc="3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displayCart(),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calculateTotal(),</a:t>
            </a:r>
            <a:r>
              <a:rPr sz="1450" spc="3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checkout().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02279" y="4974511"/>
            <a:ext cx="22288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2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05</a:t>
            </a:r>
            <a:endParaRPr sz="1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21402" y="5289041"/>
            <a:ext cx="4291965" cy="25400"/>
          </a:xfrm>
          <a:custGeom>
            <a:avLst/>
            <a:gdLst/>
            <a:ahLst/>
            <a:cxnLst/>
            <a:rect l="l" t="t" r="r" b="b"/>
            <a:pathLst>
              <a:path w="4291965" h="25400">
                <a:moveTo>
                  <a:pt x="4291584" y="0"/>
                </a:moveTo>
                <a:lnTo>
                  <a:pt x="0" y="0"/>
                </a:lnTo>
                <a:lnTo>
                  <a:pt x="0" y="25147"/>
                </a:lnTo>
                <a:lnTo>
                  <a:pt x="4291584" y="25147"/>
                </a:lnTo>
                <a:lnTo>
                  <a:pt x="4291584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108328" y="5406095"/>
            <a:ext cx="3980179" cy="678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Input</a:t>
            </a:r>
            <a:r>
              <a:rPr sz="1800" spc="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Validation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Validate</a:t>
            </a:r>
            <a:r>
              <a:rPr sz="1450" spc="2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all</a:t>
            </a:r>
            <a:r>
              <a:rPr sz="1450" spc="21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user</a:t>
            </a:r>
            <a:r>
              <a:rPr sz="1450" spc="21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inputs</a:t>
            </a:r>
            <a:r>
              <a:rPr sz="1450" spc="2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21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handle</a:t>
            </a:r>
            <a:r>
              <a:rPr sz="1450" spc="21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edge</a:t>
            </a:r>
            <a:r>
              <a:rPr sz="1450" spc="21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cases.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3238" y="1051478"/>
            <a:ext cx="4503420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11.</a:t>
            </a:r>
            <a:r>
              <a:rPr spc="-175" dirty="0"/>
              <a:t> </a:t>
            </a:r>
            <a:r>
              <a:rPr spc="-90" dirty="0"/>
              <a:t>OUTPUT</a:t>
            </a:r>
            <a:r>
              <a:rPr spc="-120" dirty="0"/>
              <a:t> </a:t>
            </a:r>
            <a:r>
              <a:rPr spc="-270" dirty="0"/>
              <a:t>/</a:t>
            </a:r>
            <a:r>
              <a:rPr spc="-60" dirty="0"/>
              <a:t> </a:t>
            </a:r>
            <a:r>
              <a:rPr spc="-110" dirty="0"/>
              <a:t>RESULT</a:t>
            </a:r>
            <a:endParaRPr spc="-110" dirty="0"/>
          </a:p>
        </p:txBody>
      </p:sp>
      <p:grpSp>
        <p:nvGrpSpPr>
          <p:cNvPr id="3" name="object 3"/>
          <p:cNvGrpSpPr/>
          <p:nvPr/>
        </p:nvGrpSpPr>
        <p:grpSpPr>
          <a:xfrm>
            <a:off x="645412" y="2036825"/>
            <a:ext cx="2799715" cy="2230120"/>
            <a:chOff x="645412" y="2036825"/>
            <a:chExt cx="2799715" cy="2230120"/>
          </a:xfrm>
        </p:grpSpPr>
        <p:sp>
          <p:nvSpPr>
            <p:cNvPr id="4" name="object 4"/>
            <p:cNvSpPr/>
            <p:nvPr/>
          </p:nvSpPr>
          <p:spPr>
            <a:xfrm>
              <a:off x="657989" y="2313431"/>
              <a:ext cx="2774950" cy="1940560"/>
            </a:xfrm>
            <a:custGeom>
              <a:avLst/>
              <a:gdLst/>
              <a:ahLst/>
              <a:cxnLst/>
              <a:rect l="l" t="t" r="r" b="b"/>
              <a:pathLst>
                <a:path w="2774950" h="1940560">
                  <a:moveTo>
                    <a:pt x="2692207" y="0"/>
                  </a:moveTo>
                  <a:lnTo>
                    <a:pt x="82232" y="0"/>
                  </a:lnTo>
                  <a:lnTo>
                    <a:pt x="76507" y="647"/>
                  </a:lnTo>
                  <a:lnTo>
                    <a:pt x="34309" y="20624"/>
                  </a:lnTo>
                  <a:lnTo>
                    <a:pt x="8909" y="55994"/>
                  </a:lnTo>
                  <a:lnTo>
                    <a:pt x="0" y="93980"/>
                  </a:lnTo>
                  <a:lnTo>
                    <a:pt x="0" y="1929930"/>
                  </a:lnTo>
                  <a:lnTo>
                    <a:pt x="0" y="1932838"/>
                  </a:lnTo>
                  <a:lnTo>
                    <a:pt x="1021" y="1935302"/>
                  </a:lnTo>
                  <a:lnTo>
                    <a:pt x="5119" y="1939404"/>
                  </a:lnTo>
                  <a:lnTo>
                    <a:pt x="7594" y="1940433"/>
                  </a:lnTo>
                  <a:lnTo>
                    <a:pt x="2766844" y="1940433"/>
                  </a:lnTo>
                  <a:lnTo>
                    <a:pt x="2769308" y="1939404"/>
                  </a:lnTo>
                  <a:lnTo>
                    <a:pt x="2773410" y="1935302"/>
                  </a:lnTo>
                  <a:lnTo>
                    <a:pt x="2774439" y="1932838"/>
                  </a:lnTo>
                  <a:lnTo>
                    <a:pt x="2774439" y="93980"/>
                  </a:lnTo>
                  <a:lnTo>
                    <a:pt x="2765524" y="55994"/>
                  </a:lnTo>
                  <a:lnTo>
                    <a:pt x="2740124" y="20624"/>
                  </a:lnTo>
                  <a:lnTo>
                    <a:pt x="2697934" y="647"/>
                  </a:lnTo>
                  <a:lnTo>
                    <a:pt x="2692207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5401" y="2313799"/>
              <a:ext cx="2799715" cy="1953260"/>
            </a:xfrm>
            <a:custGeom>
              <a:avLst/>
              <a:gdLst/>
              <a:ahLst/>
              <a:cxnLst/>
              <a:rect l="l" t="t" r="r" b="b"/>
              <a:pathLst>
                <a:path w="2799715" h="1953260">
                  <a:moveTo>
                    <a:pt x="2799588" y="100228"/>
                  </a:moveTo>
                  <a:lnTo>
                    <a:pt x="2791930" y="61734"/>
                  </a:lnTo>
                  <a:lnTo>
                    <a:pt x="2770124" y="29108"/>
                  </a:lnTo>
                  <a:lnTo>
                    <a:pt x="2737497" y="7302"/>
                  </a:lnTo>
                  <a:lnTo>
                    <a:pt x="2708910" y="114"/>
                  </a:lnTo>
                  <a:lnTo>
                    <a:pt x="2707005" y="114"/>
                  </a:lnTo>
                  <a:lnTo>
                    <a:pt x="2713736" y="1549"/>
                  </a:lnTo>
                  <a:lnTo>
                    <a:pt x="2720873" y="3949"/>
                  </a:lnTo>
                  <a:lnTo>
                    <a:pt x="2752344" y="29108"/>
                  </a:lnTo>
                  <a:lnTo>
                    <a:pt x="2771216" y="71069"/>
                  </a:lnTo>
                  <a:lnTo>
                    <a:pt x="2774442" y="100228"/>
                  </a:lnTo>
                  <a:lnTo>
                    <a:pt x="2774442" y="1927491"/>
                  </a:lnTo>
                  <a:lnTo>
                    <a:pt x="25146" y="1927491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927491"/>
                  </a:lnTo>
                  <a:lnTo>
                    <a:pt x="0" y="1935949"/>
                  </a:lnTo>
                  <a:lnTo>
                    <a:pt x="2260" y="1941385"/>
                  </a:lnTo>
                  <a:lnTo>
                    <a:pt x="11264" y="1950389"/>
                  </a:lnTo>
                  <a:lnTo>
                    <a:pt x="16700" y="1952650"/>
                  </a:lnTo>
                  <a:lnTo>
                    <a:pt x="2782887" y="1952650"/>
                  </a:lnTo>
                  <a:lnTo>
                    <a:pt x="2788323" y="1950389"/>
                  </a:lnTo>
                  <a:lnTo>
                    <a:pt x="2792412" y="1946300"/>
                  </a:lnTo>
                  <a:lnTo>
                    <a:pt x="2797340" y="1941385"/>
                  </a:lnTo>
                  <a:lnTo>
                    <a:pt x="2799588" y="1935949"/>
                  </a:lnTo>
                  <a:lnTo>
                    <a:pt x="2799588" y="1927491"/>
                  </a:lnTo>
                  <a:lnTo>
                    <a:pt x="2799588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45401" y="2036825"/>
              <a:ext cx="2799715" cy="553720"/>
            </a:xfrm>
            <a:custGeom>
              <a:avLst/>
              <a:gdLst/>
              <a:ahLst/>
              <a:cxnLst/>
              <a:rect l="l" t="t" r="r" b="b"/>
              <a:pathLst>
                <a:path w="2799715" h="553719">
                  <a:moveTo>
                    <a:pt x="2799600" y="271462"/>
                  </a:moveTo>
                  <a:lnTo>
                    <a:pt x="2779585" y="251460"/>
                  </a:lnTo>
                  <a:lnTo>
                    <a:pt x="1675053" y="251460"/>
                  </a:lnTo>
                  <a:lnTo>
                    <a:pt x="1674888" y="249491"/>
                  </a:lnTo>
                  <a:lnTo>
                    <a:pt x="1667929" y="209397"/>
                  </a:lnTo>
                  <a:lnTo>
                    <a:pt x="1655152" y="170751"/>
                  </a:lnTo>
                  <a:lnTo>
                    <a:pt x="1636852" y="134404"/>
                  </a:lnTo>
                  <a:lnTo>
                    <a:pt x="1613433" y="101130"/>
                  </a:lnTo>
                  <a:lnTo>
                    <a:pt x="1585366" y="71653"/>
                  </a:lnTo>
                  <a:lnTo>
                    <a:pt x="1553286" y="46609"/>
                  </a:lnTo>
                  <a:lnTo>
                    <a:pt x="1517865" y="26568"/>
                  </a:lnTo>
                  <a:lnTo>
                    <a:pt x="1479905" y="11912"/>
                  </a:lnTo>
                  <a:lnTo>
                    <a:pt x="1440192" y="2997"/>
                  </a:lnTo>
                  <a:lnTo>
                    <a:pt x="1399616" y="0"/>
                  </a:lnTo>
                  <a:lnTo>
                    <a:pt x="1392821" y="88"/>
                  </a:lnTo>
                  <a:lnTo>
                    <a:pt x="1352308" y="4076"/>
                  </a:lnTo>
                  <a:lnTo>
                    <a:pt x="1312837" y="13970"/>
                  </a:lnTo>
                  <a:lnTo>
                    <a:pt x="1275245" y="29540"/>
                  </a:lnTo>
                  <a:lnTo>
                    <a:pt x="1240332" y="50457"/>
                  </a:lnTo>
                  <a:lnTo>
                    <a:pt x="1208874" y="76276"/>
                  </a:lnTo>
                  <a:lnTo>
                    <a:pt x="1181544" y="106438"/>
                  </a:lnTo>
                  <a:lnTo>
                    <a:pt x="1158925" y="140271"/>
                  </a:lnTo>
                  <a:lnTo>
                    <a:pt x="1141526" y="177063"/>
                  </a:lnTo>
                  <a:lnTo>
                    <a:pt x="1129715" y="216001"/>
                  </a:lnTo>
                  <a:lnTo>
                    <a:pt x="1124153" y="251460"/>
                  </a:lnTo>
                  <a:lnTo>
                    <a:pt x="20015" y="251460"/>
                  </a:lnTo>
                  <a:lnTo>
                    <a:pt x="0" y="271462"/>
                  </a:lnTo>
                  <a:lnTo>
                    <a:pt x="0" y="352044"/>
                  </a:lnTo>
                  <a:lnTo>
                    <a:pt x="1133500" y="352044"/>
                  </a:lnTo>
                  <a:lnTo>
                    <a:pt x="1134910" y="356895"/>
                  </a:lnTo>
                  <a:lnTo>
                    <a:pt x="1149553" y="394881"/>
                  </a:lnTo>
                  <a:lnTo>
                    <a:pt x="1169619" y="430288"/>
                  </a:lnTo>
                  <a:lnTo>
                    <a:pt x="1194650" y="462368"/>
                  </a:lnTo>
                  <a:lnTo>
                    <a:pt x="1224127" y="490423"/>
                  </a:lnTo>
                  <a:lnTo>
                    <a:pt x="1257401" y="513867"/>
                  </a:lnTo>
                  <a:lnTo>
                    <a:pt x="1293761" y="532155"/>
                  </a:lnTo>
                  <a:lnTo>
                    <a:pt x="1332395" y="544931"/>
                  </a:lnTo>
                  <a:lnTo>
                    <a:pt x="1372501" y="551878"/>
                  </a:lnTo>
                  <a:lnTo>
                    <a:pt x="1399616" y="553224"/>
                  </a:lnTo>
                  <a:lnTo>
                    <a:pt x="1406398" y="553135"/>
                  </a:lnTo>
                  <a:lnTo>
                    <a:pt x="1446885" y="549148"/>
                  </a:lnTo>
                  <a:lnTo>
                    <a:pt x="1486369" y="539254"/>
                  </a:lnTo>
                  <a:lnTo>
                    <a:pt x="1523961" y="523684"/>
                  </a:lnTo>
                  <a:lnTo>
                    <a:pt x="1558874" y="502767"/>
                  </a:lnTo>
                  <a:lnTo>
                    <a:pt x="1590332" y="476948"/>
                  </a:lnTo>
                  <a:lnTo>
                    <a:pt x="1617662" y="446786"/>
                  </a:lnTo>
                  <a:lnTo>
                    <a:pt x="1640268" y="412953"/>
                  </a:lnTo>
                  <a:lnTo>
                    <a:pt x="1657680" y="376161"/>
                  </a:lnTo>
                  <a:lnTo>
                    <a:pt x="1665706" y="352044"/>
                  </a:lnTo>
                  <a:lnTo>
                    <a:pt x="2799600" y="352044"/>
                  </a:lnTo>
                  <a:lnTo>
                    <a:pt x="2799600" y="271462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985289" y="2154717"/>
            <a:ext cx="1206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2918" y="2749001"/>
            <a:ext cx="2301875" cy="12738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Product</a:t>
            </a:r>
            <a:r>
              <a:rPr sz="1800" spc="13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Display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5000"/>
              </a:lnSpc>
              <a:spcBef>
                <a:spcPts val="620"/>
              </a:spcBef>
            </a:pP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System</a:t>
            </a:r>
            <a:r>
              <a:rPr sz="1450" spc="1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displays</a:t>
            </a:r>
            <a:r>
              <a:rPr sz="1450" spc="1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all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available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products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</a:t>
            </a:r>
            <a:r>
              <a:rPr sz="1450" spc="2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ID,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name,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price.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29405" y="2036825"/>
            <a:ext cx="2799715" cy="2230120"/>
            <a:chOff x="3629405" y="2036825"/>
            <a:chExt cx="2799715" cy="2230120"/>
          </a:xfrm>
        </p:grpSpPr>
        <p:sp>
          <p:nvSpPr>
            <p:cNvPr id="10" name="object 10"/>
            <p:cNvSpPr/>
            <p:nvPr/>
          </p:nvSpPr>
          <p:spPr>
            <a:xfrm>
              <a:off x="3641978" y="2313431"/>
              <a:ext cx="2774950" cy="1940560"/>
            </a:xfrm>
            <a:custGeom>
              <a:avLst/>
              <a:gdLst/>
              <a:ahLst/>
              <a:cxnLst/>
              <a:rect l="l" t="t" r="r" b="b"/>
              <a:pathLst>
                <a:path w="2774950" h="1940560">
                  <a:moveTo>
                    <a:pt x="2692209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02" y="20624"/>
                  </a:lnTo>
                  <a:lnTo>
                    <a:pt x="8902" y="55994"/>
                  </a:lnTo>
                  <a:lnTo>
                    <a:pt x="0" y="93980"/>
                  </a:lnTo>
                  <a:lnTo>
                    <a:pt x="0" y="1929930"/>
                  </a:lnTo>
                  <a:lnTo>
                    <a:pt x="0" y="1932838"/>
                  </a:lnTo>
                  <a:lnTo>
                    <a:pt x="1028" y="1935302"/>
                  </a:lnTo>
                  <a:lnTo>
                    <a:pt x="5118" y="1939404"/>
                  </a:lnTo>
                  <a:lnTo>
                    <a:pt x="7594" y="1940433"/>
                  </a:lnTo>
                  <a:lnTo>
                    <a:pt x="2766847" y="1940433"/>
                  </a:lnTo>
                  <a:lnTo>
                    <a:pt x="2769323" y="1939404"/>
                  </a:lnTo>
                  <a:lnTo>
                    <a:pt x="2773413" y="1935302"/>
                  </a:lnTo>
                  <a:lnTo>
                    <a:pt x="2774442" y="1932838"/>
                  </a:lnTo>
                  <a:lnTo>
                    <a:pt x="2774442" y="93980"/>
                  </a:lnTo>
                  <a:lnTo>
                    <a:pt x="2765539" y="55994"/>
                  </a:lnTo>
                  <a:lnTo>
                    <a:pt x="2740139" y="20624"/>
                  </a:lnTo>
                  <a:lnTo>
                    <a:pt x="2697924" y="647"/>
                  </a:lnTo>
                  <a:lnTo>
                    <a:pt x="2692209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29393" y="2313799"/>
              <a:ext cx="2799715" cy="1953260"/>
            </a:xfrm>
            <a:custGeom>
              <a:avLst/>
              <a:gdLst/>
              <a:ahLst/>
              <a:cxnLst/>
              <a:rect l="l" t="t" r="r" b="b"/>
              <a:pathLst>
                <a:path w="2799715" h="1953260">
                  <a:moveTo>
                    <a:pt x="2799588" y="100228"/>
                  </a:moveTo>
                  <a:lnTo>
                    <a:pt x="2791930" y="61734"/>
                  </a:lnTo>
                  <a:lnTo>
                    <a:pt x="2770124" y="29108"/>
                  </a:lnTo>
                  <a:lnTo>
                    <a:pt x="2737497" y="7302"/>
                  </a:lnTo>
                  <a:lnTo>
                    <a:pt x="2708922" y="114"/>
                  </a:lnTo>
                  <a:lnTo>
                    <a:pt x="2707005" y="114"/>
                  </a:lnTo>
                  <a:lnTo>
                    <a:pt x="2713723" y="1549"/>
                  </a:lnTo>
                  <a:lnTo>
                    <a:pt x="2720873" y="3949"/>
                  </a:lnTo>
                  <a:lnTo>
                    <a:pt x="2752344" y="29108"/>
                  </a:lnTo>
                  <a:lnTo>
                    <a:pt x="2771216" y="71069"/>
                  </a:lnTo>
                  <a:lnTo>
                    <a:pt x="2774442" y="100228"/>
                  </a:lnTo>
                  <a:lnTo>
                    <a:pt x="2774442" y="1927491"/>
                  </a:lnTo>
                  <a:lnTo>
                    <a:pt x="25146" y="1927491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927491"/>
                  </a:lnTo>
                  <a:lnTo>
                    <a:pt x="0" y="1935949"/>
                  </a:lnTo>
                  <a:lnTo>
                    <a:pt x="2247" y="1941385"/>
                  </a:lnTo>
                  <a:lnTo>
                    <a:pt x="11264" y="1950389"/>
                  </a:lnTo>
                  <a:lnTo>
                    <a:pt x="16700" y="1952650"/>
                  </a:lnTo>
                  <a:lnTo>
                    <a:pt x="2782887" y="1952650"/>
                  </a:lnTo>
                  <a:lnTo>
                    <a:pt x="2788323" y="1950389"/>
                  </a:lnTo>
                  <a:lnTo>
                    <a:pt x="2792412" y="1946300"/>
                  </a:lnTo>
                  <a:lnTo>
                    <a:pt x="2797340" y="1941385"/>
                  </a:lnTo>
                  <a:lnTo>
                    <a:pt x="2799588" y="1935949"/>
                  </a:lnTo>
                  <a:lnTo>
                    <a:pt x="2799588" y="1927491"/>
                  </a:lnTo>
                  <a:lnTo>
                    <a:pt x="2799588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29406" y="2036825"/>
              <a:ext cx="2799715" cy="553720"/>
            </a:xfrm>
            <a:custGeom>
              <a:avLst/>
              <a:gdLst/>
              <a:ahLst/>
              <a:cxnLst/>
              <a:rect l="l" t="t" r="r" b="b"/>
              <a:pathLst>
                <a:path w="2799715" h="553719">
                  <a:moveTo>
                    <a:pt x="2799588" y="271462"/>
                  </a:moveTo>
                  <a:lnTo>
                    <a:pt x="2779560" y="251460"/>
                  </a:lnTo>
                  <a:lnTo>
                    <a:pt x="1675041" y="251460"/>
                  </a:lnTo>
                  <a:lnTo>
                    <a:pt x="1674876" y="249491"/>
                  </a:lnTo>
                  <a:lnTo>
                    <a:pt x="1667916" y="209397"/>
                  </a:lnTo>
                  <a:lnTo>
                    <a:pt x="1655152" y="170751"/>
                  </a:lnTo>
                  <a:lnTo>
                    <a:pt x="1636852" y="134404"/>
                  </a:lnTo>
                  <a:lnTo>
                    <a:pt x="1613420" y="101130"/>
                  </a:lnTo>
                  <a:lnTo>
                    <a:pt x="1585353" y="71653"/>
                  </a:lnTo>
                  <a:lnTo>
                    <a:pt x="1553260" y="46609"/>
                  </a:lnTo>
                  <a:lnTo>
                    <a:pt x="1517853" y="26568"/>
                  </a:lnTo>
                  <a:lnTo>
                    <a:pt x="1479892" y="11912"/>
                  </a:lnTo>
                  <a:lnTo>
                    <a:pt x="1440180" y="2997"/>
                  </a:lnTo>
                  <a:lnTo>
                    <a:pt x="1399590" y="0"/>
                  </a:lnTo>
                  <a:lnTo>
                    <a:pt x="1392796" y="88"/>
                  </a:lnTo>
                  <a:lnTo>
                    <a:pt x="1352308" y="4076"/>
                  </a:lnTo>
                  <a:lnTo>
                    <a:pt x="1312824" y="13970"/>
                  </a:lnTo>
                  <a:lnTo>
                    <a:pt x="1275232" y="29540"/>
                  </a:lnTo>
                  <a:lnTo>
                    <a:pt x="1240320" y="50457"/>
                  </a:lnTo>
                  <a:lnTo>
                    <a:pt x="1208862" y="76276"/>
                  </a:lnTo>
                  <a:lnTo>
                    <a:pt x="1181531" y="106438"/>
                  </a:lnTo>
                  <a:lnTo>
                    <a:pt x="1158925" y="140271"/>
                  </a:lnTo>
                  <a:lnTo>
                    <a:pt x="1141526" y="177063"/>
                  </a:lnTo>
                  <a:lnTo>
                    <a:pt x="1129703" y="216001"/>
                  </a:lnTo>
                  <a:lnTo>
                    <a:pt x="1124140" y="251460"/>
                  </a:lnTo>
                  <a:lnTo>
                    <a:pt x="20002" y="251460"/>
                  </a:lnTo>
                  <a:lnTo>
                    <a:pt x="0" y="271462"/>
                  </a:lnTo>
                  <a:lnTo>
                    <a:pt x="0" y="352044"/>
                  </a:lnTo>
                  <a:lnTo>
                    <a:pt x="1133487" y="352044"/>
                  </a:lnTo>
                  <a:lnTo>
                    <a:pt x="1134897" y="356895"/>
                  </a:lnTo>
                  <a:lnTo>
                    <a:pt x="1149540" y="394881"/>
                  </a:lnTo>
                  <a:lnTo>
                    <a:pt x="1169606" y="430288"/>
                  </a:lnTo>
                  <a:lnTo>
                    <a:pt x="1194638" y="462368"/>
                  </a:lnTo>
                  <a:lnTo>
                    <a:pt x="1224127" y="490423"/>
                  </a:lnTo>
                  <a:lnTo>
                    <a:pt x="1257388" y="513867"/>
                  </a:lnTo>
                  <a:lnTo>
                    <a:pt x="1293749" y="532155"/>
                  </a:lnTo>
                  <a:lnTo>
                    <a:pt x="1332382" y="544931"/>
                  </a:lnTo>
                  <a:lnTo>
                    <a:pt x="1372489" y="551878"/>
                  </a:lnTo>
                  <a:lnTo>
                    <a:pt x="1399590" y="553224"/>
                  </a:lnTo>
                  <a:lnTo>
                    <a:pt x="1406372" y="553135"/>
                  </a:lnTo>
                  <a:lnTo>
                    <a:pt x="1446885" y="549148"/>
                  </a:lnTo>
                  <a:lnTo>
                    <a:pt x="1486357" y="539254"/>
                  </a:lnTo>
                  <a:lnTo>
                    <a:pt x="1523961" y="523684"/>
                  </a:lnTo>
                  <a:lnTo>
                    <a:pt x="1558861" y="502767"/>
                  </a:lnTo>
                  <a:lnTo>
                    <a:pt x="1590319" y="476948"/>
                  </a:lnTo>
                  <a:lnTo>
                    <a:pt x="1617649" y="446786"/>
                  </a:lnTo>
                  <a:lnTo>
                    <a:pt x="1640268" y="412953"/>
                  </a:lnTo>
                  <a:lnTo>
                    <a:pt x="1657667" y="376161"/>
                  </a:lnTo>
                  <a:lnTo>
                    <a:pt x="1665693" y="352044"/>
                  </a:lnTo>
                  <a:lnTo>
                    <a:pt x="2799588" y="352044"/>
                  </a:lnTo>
                  <a:lnTo>
                    <a:pt x="2799588" y="271462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961953" y="2154717"/>
            <a:ext cx="13462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26522" y="2749001"/>
            <a:ext cx="2366645" cy="12738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Cart</a:t>
            </a:r>
            <a:r>
              <a:rPr sz="1800" spc="3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Operations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5000"/>
              </a:lnSpc>
              <a:spcBef>
                <a:spcPts val="620"/>
              </a:spcBef>
            </a:pP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Successfully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adds/removes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items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from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real-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time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updates.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13397" y="2036825"/>
            <a:ext cx="2799715" cy="2230120"/>
            <a:chOff x="6613397" y="2036825"/>
            <a:chExt cx="2799715" cy="2230120"/>
          </a:xfrm>
        </p:grpSpPr>
        <p:sp>
          <p:nvSpPr>
            <p:cNvPr id="16" name="object 16"/>
            <p:cNvSpPr/>
            <p:nvPr/>
          </p:nvSpPr>
          <p:spPr>
            <a:xfrm>
              <a:off x="6625971" y="2313431"/>
              <a:ext cx="2774950" cy="1940560"/>
            </a:xfrm>
            <a:custGeom>
              <a:avLst/>
              <a:gdLst/>
              <a:ahLst/>
              <a:cxnLst/>
              <a:rect l="l" t="t" r="r" b="b"/>
              <a:pathLst>
                <a:path w="2774950" h="1940560">
                  <a:moveTo>
                    <a:pt x="2692209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15" y="20624"/>
                  </a:lnTo>
                  <a:lnTo>
                    <a:pt x="8915" y="55994"/>
                  </a:lnTo>
                  <a:lnTo>
                    <a:pt x="0" y="93980"/>
                  </a:lnTo>
                  <a:lnTo>
                    <a:pt x="0" y="1929930"/>
                  </a:lnTo>
                  <a:lnTo>
                    <a:pt x="0" y="1932838"/>
                  </a:lnTo>
                  <a:lnTo>
                    <a:pt x="1028" y="1935302"/>
                  </a:lnTo>
                  <a:lnTo>
                    <a:pt x="5130" y="1939404"/>
                  </a:lnTo>
                  <a:lnTo>
                    <a:pt x="7594" y="1940433"/>
                  </a:lnTo>
                  <a:lnTo>
                    <a:pt x="2766847" y="1940433"/>
                  </a:lnTo>
                  <a:lnTo>
                    <a:pt x="2769311" y="1939404"/>
                  </a:lnTo>
                  <a:lnTo>
                    <a:pt x="2773413" y="1935302"/>
                  </a:lnTo>
                  <a:lnTo>
                    <a:pt x="2774442" y="1932838"/>
                  </a:lnTo>
                  <a:lnTo>
                    <a:pt x="2774442" y="93980"/>
                  </a:lnTo>
                  <a:lnTo>
                    <a:pt x="2765526" y="55994"/>
                  </a:lnTo>
                  <a:lnTo>
                    <a:pt x="2740126" y="20624"/>
                  </a:lnTo>
                  <a:lnTo>
                    <a:pt x="2697937" y="647"/>
                  </a:lnTo>
                  <a:lnTo>
                    <a:pt x="2692209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13385" y="2313799"/>
              <a:ext cx="2799715" cy="1953260"/>
            </a:xfrm>
            <a:custGeom>
              <a:avLst/>
              <a:gdLst/>
              <a:ahLst/>
              <a:cxnLst/>
              <a:rect l="l" t="t" r="r" b="b"/>
              <a:pathLst>
                <a:path w="2799715" h="1953260">
                  <a:moveTo>
                    <a:pt x="2799588" y="100228"/>
                  </a:moveTo>
                  <a:lnTo>
                    <a:pt x="2791930" y="61734"/>
                  </a:lnTo>
                  <a:lnTo>
                    <a:pt x="2770124" y="29108"/>
                  </a:lnTo>
                  <a:lnTo>
                    <a:pt x="2737497" y="7302"/>
                  </a:lnTo>
                  <a:lnTo>
                    <a:pt x="2708910" y="114"/>
                  </a:lnTo>
                  <a:lnTo>
                    <a:pt x="2707005" y="114"/>
                  </a:lnTo>
                  <a:lnTo>
                    <a:pt x="2713723" y="1549"/>
                  </a:lnTo>
                  <a:lnTo>
                    <a:pt x="2720873" y="3949"/>
                  </a:lnTo>
                  <a:lnTo>
                    <a:pt x="2752344" y="29108"/>
                  </a:lnTo>
                  <a:lnTo>
                    <a:pt x="2771216" y="71069"/>
                  </a:lnTo>
                  <a:lnTo>
                    <a:pt x="2774442" y="100228"/>
                  </a:lnTo>
                  <a:lnTo>
                    <a:pt x="2774442" y="1927491"/>
                  </a:lnTo>
                  <a:lnTo>
                    <a:pt x="25146" y="1927491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927491"/>
                  </a:lnTo>
                  <a:lnTo>
                    <a:pt x="0" y="1935949"/>
                  </a:lnTo>
                  <a:lnTo>
                    <a:pt x="2247" y="1941385"/>
                  </a:lnTo>
                  <a:lnTo>
                    <a:pt x="11264" y="1950389"/>
                  </a:lnTo>
                  <a:lnTo>
                    <a:pt x="16700" y="1952650"/>
                  </a:lnTo>
                  <a:lnTo>
                    <a:pt x="2782887" y="1952650"/>
                  </a:lnTo>
                  <a:lnTo>
                    <a:pt x="2788323" y="1950389"/>
                  </a:lnTo>
                  <a:lnTo>
                    <a:pt x="2792412" y="1946300"/>
                  </a:lnTo>
                  <a:lnTo>
                    <a:pt x="2797340" y="1941385"/>
                  </a:lnTo>
                  <a:lnTo>
                    <a:pt x="2799588" y="1935949"/>
                  </a:lnTo>
                  <a:lnTo>
                    <a:pt x="2799588" y="1927491"/>
                  </a:lnTo>
                  <a:lnTo>
                    <a:pt x="2799588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13385" y="2036825"/>
              <a:ext cx="2799715" cy="553720"/>
            </a:xfrm>
            <a:custGeom>
              <a:avLst/>
              <a:gdLst/>
              <a:ahLst/>
              <a:cxnLst/>
              <a:rect l="l" t="t" r="r" b="b"/>
              <a:pathLst>
                <a:path w="2799715" h="553719">
                  <a:moveTo>
                    <a:pt x="2799600" y="271462"/>
                  </a:moveTo>
                  <a:lnTo>
                    <a:pt x="2779585" y="251460"/>
                  </a:lnTo>
                  <a:lnTo>
                    <a:pt x="1675041" y="251460"/>
                  </a:lnTo>
                  <a:lnTo>
                    <a:pt x="1674876" y="249491"/>
                  </a:lnTo>
                  <a:lnTo>
                    <a:pt x="1667929" y="209397"/>
                  </a:lnTo>
                  <a:lnTo>
                    <a:pt x="1655165" y="170751"/>
                  </a:lnTo>
                  <a:lnTo>
                    <a:pt x="1636852" y="134404"/>
                  </a:lnTo>
                  <a:lnTo>
                    <a:pt x="1613433" y="101130"/>
                  </a:lnTo>
                  <a:lnTo>
                    <a:pt x="1585366" y="71653"/>
                  </a:lnTo>
                  <a:lnTo>
                    <a:pt x="1553273" y="46609"/>
                  </a:lnTo>
                  <a:lnTo>
                    <a:pt x="1517865" y="26568"/>
                  </a:lnTo>
                  <a:lnTo>
                    <a:pt x="1479905" y="11912"/>
                  </a:lnTo>
                  <a:lnTo>
                    <a:pt x="1440192" y="2997"/>
                  </a:lnTo>
                  <a:lnTo>
                    <a:pt x="1399603" y="0"/>
                  </a:lnTo>
                  <a:lnTo>
                    <a:pt x="1392821" y="88"/>
                  </a:lnTo>
                  <a:lnTo>
                    <a:pt x="1352308" y="4076"/>
                  </a:lnTo>
                  <a:lnTo>
                    <a:pt x="1312837" y="13970"/>
                  </a:lnTo>
                  <a:lnTo>
                    <a:pt x="1275245" y="29540"/>
                  </a:lnTo>
                  <a:lnTo>
                    <a:pt x="1240332" y="50457"/>
                  </a:lnTo>
                  <a:lnTo>
                    <a:pt x="1208874" y="76276"/>
                  </a:lnTo>
                  <a:lnTo>
                    <a:pt x="1181544" y="106438"/>
                  </a:lnTo>
                  <a:lnTo>
                    <a:pt x="1158938" y="140271"/>
                  </a:lnTo>
                  <a:lnTo>
                    <a:pt x="1141526" y="177063"/>
                  </a:lnTo>
                  <a:lnTo>
                    <a:pt x="1129715" y="216001"/>
                  </a:lnTo>
                  <a:lnTo>
                    <a:pt x="1124153" y="251460"/>
                  </a:lnTo>
                  <a:lnTo>
                    <a:pt x="20027" y="251460"/>
                  </a:lnTo>
                  <a:lnTo>
                    <a:pt x="0" y="271462"/>
                  </a:lnTo>
                  <a:lnTo>
                    <a:pt x="0" y="352044"/>
                  </a:lnTo>
                  <a:lnTo>
                    <a:pt x="1133500" y="352044"/>
                  </a:lnTo>
                  <a:lnTo>
                    <a:pt x="1134910" y="356895"/>
                  </a:lnTo>
                  <a:lnTo>
                    <a:pt x="1149553" y="394881"/>
                  </a:lnTo>
                  <a:lnTo>
                    <a:pt x="1169619" y="430288"/>
                  </a:lnTo>
                  <a:lnTo>
                    <a:pt x="1194650" y="462368"/>
                  </a:lnTo>
                  <a:lnTo>
                    <a:pt x="1224127" y="490423"/>
                  </a:lnTo>
                  <a:lnTo>
                    <a:pt x="1257401" y="513867"/>
                  </a:lnTo>
                  <a:lnTo>
                    <a:pt x="1293761" y="532155"/>
                  </a:lnTo>
                  <a:lnTo>
                    <a:pt x="1332395" y="544931"/>
                  </a:lnTo>
                  <a:lnTo>
                    <a:pt x="1372501" y="551878"/>
                  </a:lnTo>
                  <a:lnTo>
                    <a:pt x="1399603" y="553224"/>
                  </a:lnTo>
                  <a:lnTo>
                    <a:pt x="1406398" y="553135"/>
                  </a:lnTo>
                  <a:lnTo>
                    <a:pt x="1446898" y="549148"/>
                  </a:lnTo>
                  <a:lnTo>
                    <a:pt x="1486369" y="539254"/>
                  </a:lnTo>
                  <a:lnTo>
                    <a:pt x="1523961" y="523684"/>
                  </a:lnTo>
                  <a:lnTo>
                    <a:pt x="1558874" y="502767"/>
                  </a:lnTo>
                  <a:lnTo>
                    <a:pt x="1590332" y="476948"/>
                  </a:lnTo>
                  <a:lnTo>
                    <a:pt x="1617662" y="446786"/>
                  </a:lnTo>
                  <a:lnTo>
                    <a:pt x="1640268" y="412953"/>
                  </a:lnTo>
                  <a:lnTo>
                    <a:pt x="1657680" y="376161"/>
                  </a:lnTo>
                  <a:lnTo>
                    <a:pt x="1665706" y="352044"/>
                  </a:lnTo>
                  <a:lnTo>
                    <a:pt x="2799600" y="352044"/>
                  </a:lnTo>
                  <a:lnTo>
                    <a:pt x="2799600" y="271462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946072" y="2154717"/>
            <a:ext cx="1333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10247" y="2749001"/>
            <a:ext cx="2368550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Undo</a:t>
            </a:r>
            <a:r>
              <a:rPr sz="1800" spc="-8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Functionality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7000"/>
              </a:lnSpc>
              <a:spcBef>
                <a:spcPts val="590"/>
              </a:spcBef>
            </a:pP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Undo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operation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correctly restores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last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removed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5412" y="4450841"/>
            <a:ext cx="2799715" cy="2230120"/>
            <a:chOff x="645412" y="4450841"/>
            <a:chExt cx="2799715" cy="2230120"/>
          </a:xfrm>
        </p:grpSpPr>
        <p:sp>
          <p:nvSpPr>
            <p:cNvPr id="22" name="object 22"/>
            <p:cNvSpPr/>
            <p:nvPr/>
          </p:nvSpPr>
          <p:spPr>
            <a:xfrm>
              <a:off x="657989" y="4727447"/>
              <a:ext cx="2774950" cy="1940560"/>
            </a:xfrm>
            <a:custGeom>
              <a:avLst/>
              <a:gdLst/>
              <a:ahLst/>
              <a:cxnLst/>
              <a:rect l="l" t="t" r="r" b="b"/>
              <a:pathLst>
                <a:path w="2774950" h="1940559">
                  <a:moveTo>
                    <a:pt x="2692207" y="0"/>
                  </a:moveTo>
                  <a:lnTo>
                    <a:pt x="82232" y="0"/>
                  </a:lnTo>
                  <a:lnTo>
                    <a:pt x="76507" y="647"/>
                  </a:lnTo>
                  <a:lnTo>
                    <a:pt x="34309" y="20624"/>
                  </a:lnTo>
                  <a:lnTo>
                    <a:pt x="8909" y="55981"/>
                  </a:lnTo>
                  <a:lnTo>
                    <a:pt x="0" y="93980"/>
                  </a:lnTo>
                  <a:lnTo>
                    <a:pt x="0" y="1929936"/>
                  </a:lnTo>
                  <a:lnTo>
                    <a:pt x="0" y="1932833"/>
                  </a:lnTo>
                  <a:lnTo>
                    <a:pt x="1021" y="1935309"/>
                  </a:lnTo>
                  <a:lnTo>
                    <a:pt x="5119" y="1939406"/>
                  </a:lnTo>
                  <a:lnTo>
                    <a:pt x="7594" y="1940434"/>
                  </a:lnTo>
                  <a:lnTo>
                    <a:pt x="2766844" y="1940434"/>
                  </a:lnTo>
                  <a:lnTo>
                    <a:pt x="2769308" y="1939406"/>
                  </a:lnTo>
                  <a:lnTo>
                    <a:pt x="2773410" y="1935309"/>
                  </a:lnTo>
                  <a:lnTo>
                    <a:pt x="2774439" y="1932833"/>
                  </a:lnTo>
                  <a:lnTo>
                    <a:pt x="2774439" y="93980"/>
                  </a:lnTo>
                  <a:lnTo>
                    <a:pt x="2765524" y="55981"/>
                  </a:lnTo>
                  <a:lnTo>
                    <a:pt x="2740124" y="20624"/>
                  </a:lnTo>
                  <a:lnTo>
                    <a:pt x="2697934" y="647"/>
                  </a:lnTo>
                  <a:lnTo>
                    <a:pt x="2692207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45401" y="4727816"/>
              <a:ext cx="2799715" cy="1953260"/>
            </a:xfrm>
            <a:custGeom>
              <a:avLst/>
              <a:gdLst/>
              <a:ahLst/>
              <a:cxnLst/>
              <a:rect l="l" t="t" r="r" b="b"/>
              <a:pathLst>
                <a:path w="2799715" h="1953259">
                  <a:moveTo>
                    <a:pt x="2799588" y="100228"/>
                  </a:moveTo>
                  <a:lnTo>
                    <a:pt x="2791930" y="61734"/>
                  </a:lnTo>
                  <a:lnTo>
                    <a:pt x="2770124" y="29108"/>
                  </a:lnTo>
                  <a:lnTo>
                    <a:pt x="2737497" y="7302"/>
                  </a:lnTo>
                  <a:lnTo>
                    <a:pt x="2708910" y="114"/>
                  </a:lnTo>
                  <a:lnTo>
                    <a:pt x="2707005" y="114"/>
                  </a:lnTo>
                  <a:lnTo>
                    <a:pt x="2713736" y="1549"/>
                  </a:lnTo>
                  <a:lnTo>
                    <a:pt x="2720873" y="3949"/>
                  </a:lnTo>
                  <a:lnTo>
                    <a:pt x="2752344" y="29108"/>
                  </a:lnTo>
                  <a:lnTo>
                    <a:pt x="2771216" y="71069"/>
                  </a:lnTo>
                  <a:lnTo>
                    <a:pt x="2774442" y="100228"/>
                  </a:lnTo>
                  <a:lnTo>
                    <a:pt x="2774442" y="1927491"/>
                  </a:lnTo>
                  <a:lnTo>
                    <a:pt x="2773603" y="1927491"/>
                  </a:lnTo>
                  <a:lnTo>
                    <a:pt x="25984" y="1927491"/>
                  </a:lnTo>
                  <a:lnTo>
                    <a:pt x="25146" y="1927491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927491"/>
                  </a:lnTo>
                  <a:lnTo>
                    <a:pt x="0" y="1935949"/>
                  </a:lnTo>
                  <a:lnTo>
                    <a:pt x="2260" y="1941385"/>
                  </a:lnTo>
                  <a:lnTo>
                    <a:pt x="7175" y="1946300"/>
                  </a:lnTo>
                  <a:lnTo>
                    <a:pt x="11264" y="1950389"/>
                  </a:lnTo>
                  <a:lnTo>
                    <a:pt x="16700" y="1952637"/>
                  </a:lnTo>
                  <a:lnTo>
                    <a:pt x="2782887" y="1952637"/>
                  </a:lnTo>
                  <a:lnTo>
                    <a:pt x="2788323" y="1950389"/>
                  </a:lnTo>
                  <a:lnTo>
                    <a:pt x="2792412" y="1946300"/>
                  </a:lnTo>
                  <a:lnTo>
                    <a:pt x="2797340" y="1941385"/>
                  </a:lnTo>
                  <a:lnTo>
                    <a:pt x="2799588" y="1935949"/>
                  </a:lnTo>
                  <a:lnTo>
                    <a:pt x="2799588" y="1927491"/>
                  </a:lnTo>
                  <a:lnTo>
                    <a:pt x="2799588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5401" y="4450841"/>
              <a:ext cx="2799715" cy="553720"/>
            </a:xfrm>
            <a:custGeom>
              <a:avLst/>
              <a:gdLst/>
              <a:ahLst/>
              <a:cxnLst/>
              <a:rect l="l" t="t" r="r" b="b"/>
              <a:pathLst>
                <a:path w="2799715" h="553720">
                  <a:moveTo>
                    <a:pt x="2799600" y="271475"/>
                  </a:moveTo>
                  <a:lnTo>
                    <a:pt x="2779585" y="251460"/>
                  </a:lnTo>
                  <a:lnTo>
                    <a:pt x="1675053" y="251460"/>
                  </a:lnTo>
                  <a:lnTo>
                    <a:pt x="1674888" y="249504"/>
                  </a:lnTo>
                  <a:lnTo>
                    <a:pt x="1667929" y="209397"/>
                  </a:lnTo>
                  <a:lnTo>
                    <a:pt x="1655152" y="170764"/>
                  </a:lnTo>
                  <a:lnTo>
                    <a:pt x="1636852" y="134404"/>
                  </a:lnTo>
                  <a:lnTo>
                    <a:pt x="1613433" y="101130"/>
                  </a:lnTo>
                  <a:lnTo>
                    <a:pt x="1585366" y="71653"/>
                  </a:lnTo>
                  <a:lnTo>
                    <a:pt x="1553286" y="46621"/>
                  </a:lnTo>
                  <a:lnTo>
                    <a:pt x="1517865" y="26555"/>
                  </a:lnTo>
                  <a:lnTo>
                    <a:pt x="1479905" y="11912"/>
                  </a:lnTo>
                  <a:lnTo>
                    <a:pt x="1440192" y="2997"/>
                  </a:lnTo>
                  <a:lnTo>
                    <a:pt x="1399616" y="0"/>
                  </a:lnTo>
                  <a:lnTo>
                    <a:pt x="1392821" y="88"/>
                  </a:lnTo>
                  <a:lnTo>
                    <a:pt x="1352308" y="4076"/>
                  </a:lnTo>
                  <a:lnTo>
                    <a:pt x="1312837" y="13970"/>
                  </a:lnTo>
                  <a:lnTo>
                    <a:pt x="1275245" y="29540"/>
                  </a:lnTo>
                  <a:lnTo>
                    <a:pt x="1240332" y="50457"/>
                  </a:lnTo>
                  <a:lnTo>
                    <a:pt x="1208874" y="76276"/>
                  </a:lnTo>
                  <a:lnTo>
                    <a:pt x="1181544" y="106438"/>
                  </a:lnTo>
                  <a:lnTo>
                    <a:pt x="1158925" y="140271"/>
                  </a:lnTo>
                  <a:lnTo>
                    <a:pt x="1141526" y="177063"/>
                  </a:lnTo>
                  <a:lnTo>
                    <a:pt x="1129715" y="216001"/>
                  </a:lnTo>
                  <a:lnTo>
                    <a:pt x="1124153" y="251460"/>
                  </a:lnTo>
                  <a:lnTo>
                    <a:pt x="20015" y="251460"/>
                  </a:lnTo>
                  <a:lnTo>
                    <a:pt x="0" y="271475"/>
                  </a:lnTo>
                  <a:lnTo>
                    <a:pt x="0" y="352056"/>
                  </a:lnTo>
                  <a:lnTo>
                    <a:pt x="1133500" y="352056"/>
                  </a:lnTo>
                  <a:lnTo>
                    <a:pt x="1134910" y="356895"/>
                  </a:lnTo>
                  <a:lnTo>
                    <a:pt x="1149553" y="394881"/>
                  </a:lnTo>
                  <a:lnTo>
                    <a:pt x="1169619" y="430276"/>
                  </a:lnTo>
                  <a:lnTo>
                    <a:pt x="1194650" y="462368"/>
                  </a:lnTo>
                  <a:lnTo>
                    <a:pt x="1224127" y="490435"/>
                  </a:lnTo>
                  <a:lnTo>
                    <a:pt x="1257401" y="513867"/>
                  </a:lnTo>
                  <a:lnTo>
                    <a:pt x="1293761" y="532155"/>
                  </a:lnTo>
                  <a:lnTo>
                    <a:pt x="1332395" y="544931"/>
                  </a:lnTo>
                  <a:lnTo>
                    <a:pt x="1372501" y="551878"/>
                  </a:lnTo>
                  <a:lnTo>
                    <a:pt x="1399616" y="553212"/>
                  </a:lnTo>
                  <a:lnTo>
                    <a:pt x="1406398" y="553135"/>
                  </a:lnTo>
                  <a:lnTo>
                    <a:pt x="1446885" y="549148"/>
                  </a:lnTo>
                  <a:lnTo>
                    <a:pt x="1486369" y="539254"/>
                  </a:lnTo>
                  <a:lnTo>
                    <a:pt x="1523961" y="523684"/>
                  </a:lnTo>
                  <a:lnTo>
                    <a:pt x="1558874" y="502754"/>
                  </a:lnTo>
                  <a:lnTo>
                    <a:pt x="1590332" y="476948"/>
                  </a:lnTo>
                  <a:lnTo>
                    <a:pt x="1617662" y="446786"/>
                  </a:lnTo>
                  <a:lnTo>
                    <a:pt x="1640268" y="412953"/>
                  </a:lnTo>
                  <a:lnTo>
                    <a:pt x="1657680" y="376161"/>
                  </a:lnTo>
                  <a:lnTo>
                    <a:pt x="1665693" y="352056"/>
                  </a:lnTo>
                  <a:lnTo>
                    <a:pt x="2799600" y="352056"/>
                  </a:lnTo>
                  <a:lnTo>
                    <a:pt x="2799600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977821" y="4568733"/>
            <a:ext cx="13525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2918" y="5163017"/>
            <a:ext cx="2387600" cy="12738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Cart</a:t>
            </a:r>
            <a:r>
              <a:rPr sz="1800" spc="3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Display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3000"/>
              </a:lnSpc>
              <a:spcBef>
                <a:spcPts val="720"/>
              </a:spcBef>
            </a:pP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Shows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all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items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quantity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individual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prices.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629405" y="4450841"/>
            <a:ext cx="2799715" cy="2230120"/>
            <a:chOff x="3629405" y="4450841"/>
            <a:chExt cx="2799715" cy="2230120"/>
          </a:xfrm>
        </p:grpSpPr>
        <p:sp>
          <p:nvSpPr>
            <p:cNvPr id="28" name="object 28"/>
            <p:cNvSpPr/>
            <p:nvPr/>
          </p:nvSpPr>
          <p:spPr>
            <a:xfrm>
              <a:off x="3641978" y="4727447"/>
              <a:ext cx="2774950" cy="1940560"/>
            </a:xfrm>
            <a:custGeom>
              <a:avLst/>
              <a:gdLst/>
              <a:ahLst/>
              <a:cxnLst/>
              <a:rect l="l" t="t" r="r" b="b"/>
              <a:pathLst>
                <a:path w="2774950" h="1940559">
                  <a:moveTo>
                    <a:pt x="2692209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02" y="20624"/>
                  </a:lnTo>
                  <a:lnTo>
                    <a:pt x="8902" y="55981"/>
                  </a:lnTo>
                  <a:lnTo>
                    <a:pt x="6705" y="62090"/>
                  </a:lnTo>
                  <a:lnTo>
                    <a:pt x="4483" y="68186"/>
                  </a:lnTo>
                  <a:lnTo>
                    <a:pt x="2819" y="74485"/>
                  </a:lnTo>
                  <a:lnTo>
                    <a:pt x="558" y="87439"/>
                  </a:lnTo>
                  <a:lnTo>
                    <a:pt x="0" y="93980"/>
                  </a:lnTo>
                  <a:lnTo>
                    <a:pt x="0" y="1929936"/>
                  </a:lnTo>
                  <a:lnTo>
                    <a:pt x="0" y="1932833"/>
                  </a:lnTo>
                  <a:lnTo>
                    <a:pt x="1028" y="1935309"/>
                  </a:lnTo>
                  <a:lnTo>
                    <a:pt x="5118" y="1939406"/>
                  </a:lnTo>
                  <a:lnTo>
                    <a:pt x="7594" y="1940434"/>
                  </a:lnTo>
                  <a:lnTo>
                    <a:pt x="2766847" y="1940434"/>
                  </a:lnTo>
                  <a:lnTo>
                    <a:pt x="2769323" y="1939406"/>
                  </a:lnTo>
                  <a:lnTo>
                    <a:pt x="2773413" y="1935309"/>
                  </a:lnTo>
                  <a:lnTo>
                    <a:pt x="2774442" y="1932833"/>
                  </a:lnTo>
                  <a:lnTo>
                    <a:pt x="2774442" y="93980"/>
                  </a:lnTo>
                  <a:lnTo>
                    <a:pt x="2773883" y="87439"/>
                  </a:lnTo>
                  <a:lnTo>
                    <a:pt x="2771622" y="74485"/>
                  </a:lnTo>
                  <a:lnTo>
                    <a:pt x="2769958" y="68186"/>
                  </a:lnTo>
                  <a:lnTo>
                    <a:pt x="2767736" y="62090"/>
                  </a:lnTo>
                  <a:lnTo>
                    <a:pt x="2765539" y="55981"/>
                  </a:lnTo>
                  <a:lnTo>
                    <a:pt x="2740139" y="20624"/>
                  </a:lnTo>
                  <a:lnTo>
                    <a:pt x="2697924" y="647"/>
                  </a:lnTo>
                  <a:lnTo>
                    <a:pt x="2692209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29393" y="4727816"/>
              <a:ext cx="2799715" cy="1953260"/>
            </a:xfrm>
            <a:custGeom>
              <a:avLst/>
              <a:gdLst/>
              <a:ahLst/>
              <a:cxnLst/>
              <a:rect l="l" t="t" r="r" b="b"/>
              <a:pathLst>
                <a:path w="2799715" h="1953259">
                  <a:moveTo>
                    <a:pt x="2799588" y="100228"/>
                  </a:moveTo>
                  <a:lnTo>
                    <a:pt x="2791930" y="61734"/>
                  </a:lnTo>
                  <a:lnTo>
                    <a:pt x="2770124" y="29108"/>
                  </a:lnTo>
                  <a:lnTo>
                    <a:pt x="2737497" y="7302"/>
                  </a:lnTo>
                  <a:lnTo>
                    <a:pt x="2708922" y="114"/>
                  </a:lnTo>
                  <a:lnTo>
                    <a:pt x="2707005" y="114"/>
                  </a:lnTo>
                  <a:lnTo>
                    <a:pt x="2713723" y="1549"/>
                  </a:lnTo>
                  <a:lnTo>
                    <a:pt x="2720873" y="3949"/>
                  </a:lnTo>
                  <a:lnTo>
                    <a:pt x="2752344" y="29108"/>
                  </a:lnTo>
                  <a:lnTo>
                    <a:pt x="2771216" y="71069"/>
                  </a:lnTo>
                  <a:lnTo>
                    <a:pt x="2774442" y="100228"/>
                  </a:lnTo>
                  <a:lnTo>
                    <a:pt x="2774442" y="1927491"/>
                  </a:lnTo>
                  <a:lnTo>
                    <a:pt x="2773603" y="1927491"/>
                  </a:lnTo>
                  <a:lnTo>
                    <a:pt x="25996" y="1927491"/>
                  </a:lnTo>
                  <a:lnTo>
                    <a:pt x="25146" y="1927491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927491"/>
                  </a:lnTo>
                  <a:lnTo>
                    <a:pt x="0" y="1935949"/>
                  </a:lnTo>
                  <a:lnTo>
                    <a:pt x="2247" y="1941385"/>
                  </a:lnTo>
                  <a:lnTo>
                    <a:pt x="11264" y="1950389"/>
                  </a:lnTo>
                  <a:lnTo>
                    <a:pt x="16700" y="1952637"/>
                  </a:lnTo>
                  <a:lnTo>
                    <a:pt x="2782887" y="1952637"/>
                  </a:lnTo>
                  <a:lnTo>
                    <a:pt x="2788323" y="1950389"/>
                  </a:lnTo>
                  <a:lnTo>
                    <a:pt x="2792412" y="1946300"/>
                  </a:lnTo>
                  <a:lnTo>
                    <a:pt x="2797340" y="1941385"/>
                  </a:lnTo>
                  <a:lnTo>
                    <a:pt x="2799588" y="1935949"/>
                  </a:lnTo>
                  <a:lnTo>
                    <a:pt x="2799588" y="1927491"/>
                  </a:lnTo>
                  <a:lnTo>
                    <a:pt x="2799588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629406" y="4450841"/>
              <a:ext cx="2799715" cy="553720"/>
            </a:xfrm>
            <a:custGeom>
              <a:avLst/>
              <a:gdLst/>
              <a:ahLst/>
              <a:cxnLst/>
              <a:rect l="l" t="t" r="r" b="b"/>
              <a:pathLst>
                <a:path w="2799715" h="553720">
                  <a:moveTo>
                    <a:pt x="2799588" y="271475"/>
                  </a:moveTo>
                  <a:lnTo>
                    <a:pt x="2779560" y="251460"/>
                  </a:lnTo>
                  <a:lnTo>
                    <a:pt x="1675041" y="251460"/>
                  </a:lnTo>
                  <a:lnTo>
                    <a:pt x="1674876" y="249504"/>
                  </a:lnTo>
                  <a:lnTo>
                    <a:pt x="1667916" y="209397"/>
                  </a:lnTo>
                  <a:lnTo>
                    <a:pt x="1655152" y="170764"/>
                  </a:lnTo>
                  <a:lnTo>
                    <a:pt x="1636852" y="134404"/>
                  </a:lnTo>
                  <a:lnTo>
                    <a:pt x="1613420" y="101130"/>
                  </a:lnTo>
                  <a:lnTo>
                    <a:pt x="1585353" y="71653"/>
                  </a:lnTo>
                  <a:lnTo>
                    <a:pt x="1553260" y="46621"/>
                  </a:lnTo>
                  <a:lnTo>
                    <a:pt x="1517853" y="26555"/>
                  </a:lnTo>
                  <a:lnTo>
                    <a:pt x="1479892" y="11912"/>
                  </a:lnTo>
                  <a:lnTo>
                    <a:pt x="1440180" y="2997"/>
                  </a:lnTo>
                  <a:lnTo>
                    <a:pt x="1399590" y="0"/>
                  </a:lnTo>
                  <a:lnTo>
                    <a:pt x="1392796" y="88"/>
                  </a:lnTo>
                  <a:lnTo>
                    <a:pt x="1352308" y="4076"/>
                  </a:lnTo>
                  <a:lnTo>
                    <a:pt x="1312824" y="13970"/>
                  </a:lnTo>
                  <a:lnTo>
                    <a:pt x="1275232" y="29540"/>
                  </a:lnTo>
                  <a:lnTo>
                    <a:pt x="1240320" y="50457"/>
                  </a:lnTo>
                  <a:lnTo>
                    <a:pt x="1208862" y="76276"/>
                  </a:lnTo>
                  <a:lnTo>
                    <a:pt x="1181531" y="106438"/>
                  </a:lnTo>
                  <a:lnTo>
                    <a:pt x="1158925" y="140271"/>
                  </a:lnTo>
                  <a:lnTo>
                    <a:pt x="1141526" y="177063"/>
                  </a:lnTo>
                  <a:lnTo>
                    <a:pt x="1129703" y="216001"/>
                  </a:lnTo>
                  <a:lnTo>
                    <a:pt x="1124140" y="251460"/>
                  </a:lnTo>
                  <a:lnTo>
                    <a:pt x="20002" y="251460"/>
                  </a:lnTo>
                  <a:lnTo>
                    <a:pt x="0" y="271475"/>
                  </a:lnTo>
                  <a:lnTo>
                    <a:pt x="0" y="352056"/>
                  </a:lnTo>
                  <a:lnTo>
                    <a:pt x="1133487" y="352056"/>
                  </a:lnTo>
                  <a:lnTo>
                    <a:pt x="1134897" y="356895"/>
                  </a:lnTo>
                  <a:lnTo>
                    <a:pt x="1149540" y="394881"/>
                  </a:lnTo>
                  <a:lnTo>
                    <a:pt x="1169606" y="430276"/>
                  </a:lnTo>
                  <a:lnTo>
                    <a:pt x="1194638" y="462368"/>
                  </a:lnTo>
                  <a:lnTo>
                    <a:pt x="1224127" y="490435"/>
                  </a:lnTo>
                  <a:lnTo>
                    <a:pt x="1257388" y="513867"/>
                  </a:lnTo>
                  <a:lnTo>
                    <a:pt x="1293749" y="532155"/>
                  </a:lnTo>
                  <a:lnTo>
                    <a:pt x="1332382" y="544931"/>
                  </a:lnTo>
                  <a:lnTo>
                    <a:pt x="1372489" y="551878"/>
                  </a:lnTo>
                  <a:lnTo>
                    <a:pt x="1399590" y="553212"/>
                  </a:lnTo>
                  <a:lnTo>
                    <a:pt x="1406372" y="553135"/>
                  </a:lnTo>
                  <a:lnTo>
                    <a:pt x="1446885" y="549148"/>
                  </a:lnTo>
                  <a:lnTo>
                    <a:pt x="1486357" y="539254"/>
                  </a:lnTo>
                  <a:lnTo>
                    <a:pt x="1523961" y="523684"/>
                  </a:lnTo>
                  <a:lnTo>
                    <a:pt x="1558861" y="502754"/>
                  </a:lnTo>
                  <a:lnTo>
                    <a:pt x="1590319" y="476948"/>
                  </a:lnTo>
                  <a:lnTo>
                    <a:pt x="1617649" y="446786"/>
                  </a:lnTo>
                  <a:lnTo>
                    <a:pt x="1640268" y="412953"/>
                  </a:lnTo>
                  <a:lnTo>
                    <a:pt x="1657667" y="376161"/>
                  </a:lnTo>
                  <a:lnTo>
                    <a:pt x="1665681" y="352056"/>
                  </a:lnTo>
                  <a:lnTo>
                    <a:pt x="2799588" y="352056"/>
                  </a:lnTo>
                  <a:lnTo>
                    <a:pt x="2799588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962601" y="4568733"/>
            <a:ext cx="1333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26149" y="5163017"/>
            <a:ext cx="2183130" cy="12738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Discount</a:t>
            </a:r>
            <a:r>
              <a:rPr sz="1800" spc="1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Calculation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248920" indent="-635">
              <a:lnSpc>
                <a:spcPct val="133000"/>
              </a:lnSpc>
              <a:spcBef>
                <a:spcPts val="720"/>
              </a:spcBef>
            </a:pP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Applies</a:t>
            </a:r>
            <a:r>
              <a:rPr sz="1450" spc="2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discount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percentage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shows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discounted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total.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613397" y="4450841"/>
            <a:ext cx="2799715" cy="2230120"/>
            <a:chOff x="6613397" y="4450841"/>
            <a:chExt cx="2799715" cy="2230120"/>
          </a:xfrm>
        </p:grpSpPr>
        <p:sp>
          <p:nvSpPr>
            <p:cNvPr id="34" name="object 34"/>
            <p:cNvSpPr/>
            <p:nvPr/>
          </p:nvSpPr>
          <p:spPr>
            <a:xfrm>
              <a:off x="6625971" y="4727447"/>
              <a:ext cx="2774950" cy="1940560"/>
            </a:xfrm>
            <a:custGeom>
              <a:avLst/>
              <a:gdLst/>
              <a:ahLst/>
              <a:cxnLst/>
              <a:rect l="l" t="t" r="r" b="b"/>
              <a:pathLst>
                <a:path w="2774950" h="1940559">
                  <a:moveTo>
                    <a:pt x="2692209" y="0"/>
                  </a:moveTo>
                  <a:lnTo>
                    <a:pt x="82232" y="0"/>
                  </a:lnTo>
                  <a:lnTo>
                    <a:pt x="76504" y="647"/>
                  </a:lnTo>
                  <a:lnTo>
                    <a:pt x="34315" y="20624"/>
                  </a:lnTo>
                  <a:lnTo>
                    <a:pt x="8915" y="55981"/>
                  </a:lnTo>
                  <a:lnTo>
                    <a:pt x="0" y="93980"/>
                  </a:lnTo>
                  <a:lnTo>
                    <a:pt x="0" y="1929936"/>
                  </a:lnTo>
                  <a:lnTo>
                    <a:pt x="0" y="1932833"/>
                  </a:lnTo>
                  <a:lnTo>
                    <a:pt x="1028" y="1935309"/>
                  </a:lnTo>
                  <a:lnTo>
                    <a:pt x="5130" y="1939406"/>
                  </a:lnTo>
                  <a:lnTo>
                    <a:pt x="7594" y="1940434"/>
                  </a:lnTo>
                  <a:lnTo>
                    <a:pt x="2766847" y="1940434"/>
                  </a:lnTo>
                  <a:lnTo>
                    <a:pt x="2769311" y="1939406"/>
                  </a:lnTo>
                  <a:lnTo>
                    <a:pt x="2773413" y="1935309"/>
                  </a:lnTo>
                  <a:lnTo>
                    <a:pt x="2774442" y="1932833"/>
                  </a:lnTo>
                  <a:lnTo>
                    <a:pt x="2774442" y="93980"/>
                  </a:lnTo>
                  <a:lnTo>
                    <a:pt x="2765526" y="55981"/>
                  </a:lnTo>
                  <a:lnTo>
                    <a:pt x="2740126" y="20624"/>
                  </a:lnTo>
                  <a:lnTo>
                    <a:pt x="2697937" y="647"/>
                  </a:lnTo>
                  <a:lnTo>
                    <a:pt x="2692209" y="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613385" y="4727816"/>
              <a:ext cx="2799715" cy="1953260"/>
            </a:xfrm>
            <a:custGeom>
              <a:avLst/>
              <a:gdLst/>
              <a:ahLst/>
              <a:cxnLst/>
              <a:rect l="l" t="t" r="r" b="b"/>
              <a:pathLst>
                <a:path w="2799715" h="1953259">
                  <a:moveTo>
                    <a:pt x="2799588" y="100228"/>
                  </a:moveTo>
                  <a:lnTo>
                    <a:pt x="2791930" y="61734"/>
                  </a:lnTo>
                  <a:lnTo>
                    <a:pt x="2770124" y="29108"/>
                  </a:lnTo>
                  <a:lnTo>
                    <a:pt x="2737497" y="7302"/>
                  </a:lnTo>
                  <a:lnTo>
                    <a:pt x="2708910" y="114"/>
                  </a:lnTo>
                  <a:lnTo>
                    <a:pt x="2707005" y="114"/>
                  </a:lnTo>
                  <a:lnTo>
                    <a:pt x="2713723" y="1549"/>
                  </a:lnTo>
                  <a:lnTo>
                    <a:pt x="2720873" y="3949"/>
                  </a:lnTo>
                  <a:lnTo>
                    <a:pt x="2752344" y="29108"/>
                  </a:lnTo>
                  <a:lnTo>
                    <a:pt x="2771216" y="71069"/>
                  </a:lnTo>
                  <a:lnTo>
                    <a:pt x="2774442" y="100228"/>
                  </a:lnTo>
                  <a:lnTo>
                    <a:pt x="2774442" y="1927491"/>
                  </a:lnTo>
                  <a:lnTo>
                    <a:pt x="2773603" y="1927491"/>
                  </a:lnTo>
                  <a:lnTo>
                    <a:pt x="25996" y="1927491"/>
                  </a:lnTo>
                  <a:lnTo>
                    <a:pt x="25146" y="1927491"/>
                  </a:lnTo>
                  <a:lnTo>
                    <a:pt x="25146" y="100228"/>
                  </a:lnTo>
                  <a:lnTo>
                    <a:pt x="30886" y="61734"/>
                  </a:lnTo>
                  <a:lnTo>
                    <a:pt x="52755" y="22428"/>
                  </a:lnTo>
                  <a:lnTo>
                    <a:pt x="85864" y="1549"/>
                  </a:lnTo>
                  <a:lnTo>
                    <a:pt x="93154" y="0"/>
                  </a:lnTo>
                  <a:lnTo>
                    <a:pt x="90678" y="114"/>
                  </a:lnTo>
                  <a:lnTo>
                    <a:pt x="53124" y="11531"/>
                  </a:lnTo>
                  <a:lnTo>
                    <a:pt x="22796" y="36449"/>
                  </a:lnTo>
                  <a:lnTo>
                    <a:pt x="4318" y="71069"/>
                  </a:lnTo>
                  <a:lnTo>
                    <a:pt x="0" y="100228"/>
                  </a:lnTo>
                  <a:lnTo>
                    <a:pt x="0" y="1927491"/>
                  </a:lnTo>
                  <a:lnTo>
                    <a:pt x="0" y="1935949"/>
                  </a:lnTo>
                  <a:lnTo>
                    <a:pt x="2247" y="1941385"/>
                  </a:lnTo>
                  <a:lnTo>
                    <a:pt x="11264" y="1950389"/>
                  </a:lnTo>
                  <a:lnTo>
                    <a:pt x="16700" y="1952637"/>
                  </a:lnTo>
                  <a:lnTo>
                    <a:pt x="2782887" y="1952637"/>
                  </a:lnTo>
                  <a:lnTo>
                    <a:pt x="2788323" y="1950389"/>
                  </a:lnTo>
                  <a:lnTo>
                    <a:pt x="2792412" y="1946300"/>
                  </a:lnTo>
                  <a:lnTo>
                    <a:pt x="2797340" y="1941385"/>
                  </a:lnTo>
                  <a:lnTo>
                    <a:pt x="2799588" y="1935949"/>
                  </a:lnTo>
                  <a:lnTo>
                    <a:pt x="2799588" y="1927491"/>
                  </a:lnTo>
                  <a:lnTo>
                    <a:pt x="2799588" y="100228"/>
                  </a:lnTo>
                  <a:close/>
                </a:path>
              </a:pathLst>
            </a:custGeom>
            <a:solidFill>
              <a:srgbClr val="D6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613385" y="4450841"/>
              <a:ext cx="2799715" cy="553720"/>
            </a:xfrm>
            <a:custGeom>
              <a:avLst/>
              <a:gdLst/>
              <a:ahLst/>
              <a:cxnLst/>
              <a:rect l="l" t="t" r="r" b="b"/>
              <a:pathLst>
                <a:path w="2799715" h="553720">
                  <a:moveTo>
                    <a:pt x="2799600" y="271475"/>
                  </a:moveTo>
                  <a:lnTo>
                    <a:pt x="2779585" y="251460"/>
                  </a:lnTo>
                  <a:lnTo>
                    <a:pt x="1675041" y="251460"/>
                  </a:lnTo>
                  <a:lnTo>
                    <a:pt x="1674876" y="249504"/>
                  </a:lnTo>
                  <a:lnTo>
                    <a:pt x="1667929" y="209397"/>
                  </a:lnTo>
                  <a:lnTo>
                    <a:pt x="1655165" y="170764"/>
                  </a:lnTo>
                  <a:lnTo>
                    <a:pt x="1636852" y="134404"/>
                  </a:lnTo>
                  <a:lnTo>
                    <a:pt x="1613433" y="101130"/>
                  </a:lnTo>
                  <a:lnTo>
                    <a:pt x="1585366" y="71653"/>
                  </a:lnTo>
                  <a:lnTo>
                    <a:pt x="1553273" y="46621"/>
                  </a:lnTo>
                  <a:lnTo>
                    <a:pt x="1517865" y="26555"/>
                  </a:lnTo>
                  <a:lnTo>
                    <a:pt x="1479905" y="11912"/>
                  </a:lnTo>
                  <a:lnTo>
                    <a:pt x="1440192" y="2997"/>
                  </a:lnTo>
                  <a:lnTo>
                    <a:pt x="1399603" y="0"/>
                  </a:lnTo>
                  <a:lnTo>
                    <a:pt x="1392821" y="88"/>
                  </a:lnTo>
                  <a:lnTo>
                    <a:pt x="1352308" y="4076"/>
                  </a:lnTo>
                  <a:lnTo>
                    <a:pt x="1312837" y="13970"/>
                  </a:lnTo>
                  <a:lnTo>
                    <a:pt x="1275245" y="29540"/>
                  </a:lnTo>
                  <a:lnTo>
                    <a:pt x="1240332" y="50457"/>
                  </a:lnTo>
                  <a:lnTo>
                    <a:pt x="1208874" y="76276"/>
                  </a:lnTo>
                  <a:lnTo>
                    <a:pt x="1181544" y="106438"/>
                  </a:lnTo>
                  <a:lnTo>
                    <a:pt x="1158938" y="140271"/>
                  </a:lnTo>
                  <a:lnTo>
                    <a:pt x="1141526" y="177063"/>
                  </a:lnTo>
                  <a:lnTo>
                    <a:pt x="1129715" y="216001"/>
                  </a:lnTo>
                  <a:lnTo>
                    <a:pt x="1124153" y="251460"/>
                  </a:lnTo>
                  <a:lnTo>
                    <a:pt x="20027" y="251460"/>
                  </a:lnTo>
                  <a:lnTo>
                    <a:pt x="0" y="271475"/>
                  </a:lnTo>
                  <a:lnTo>
                    <a:pt x="0" y="352056"/>
                  </a:lnTo>
                  <a:lnTo>
                    <a:pt x="1133500" y="352056"/>
                  </a:lnTo>
                  <a:lnTo>
                    <a:pt x="1134910" y="356895"/>
                  </a:lnTo>
                  <a:lnTo>
                    <a:pt x="1149553" y="394881"/>
                  </a:lnTo>
                  <a:lnTo>
                    <a:pt x="1169619" y="430276"/>
                  </a:lnTo>
                  <a:lnTo>
                    <a:pt x="1194650" y="462368"/>
                  </a:lnTo>
                  <a:lnTo>
                    <a:pt x="1224127" y="490435"/>
                  </a:lnTo>
                  <a:lnTo>
                    <a:pt x="1257401" y="513867"/>
                  </a:lnTo>
                  <a:lnTo>
                    <a:pt x="1293761" y="532155"/>
                  </a:lnTo>
                  <a:lnTo>
                    <a:pt x="1332395" y="544931"/>
                  </a:lnTo>
                  <a:lnTo>
                    <a:pt x="1372501" y="551878"/>
                  </a:lnTo>
                  <a:lnTo>
                    <a:pt x="1399603" y="553212"/>
                  </a:lnTo>
                  <a:lnTo>
                    <a:pt x="1406398" y="553135"/>
                  </a:lnTo>
                  <a:lnTo>
                    <a:pt x="1446898" y="549148"/>
                  </a:lnTo>
                  <a:lnTo>
                    <a:pt x="1486369" y="539254"/>
                  </a:lnTo>
                  <a:lnTo>
                    <a:pt x="1523961" y="523684"/>
                  </a:lnTo>
                  <a:lnTo>
                    <a:pt x="1558874" y="502754"/>
                  </a:lnTo>
                  <a:lnTo>
                    <a:pt x="1590332" y="476948"/>
                  </a:lnTo>
                  <a:lnTo>
                    <a:pt x="1617662" y="446786"/>
                  </a:lnTo>
                  <a:lnTo>
                    <a:pt x="1640268" y="412953"/>
                  </a:lnTo>
                  <a:lnTo>
                    <a:pt x="1657680" y="376161"/>
                  </a:lnTo>
                  <a:lnTo>
                    <a:pt x="1665693" y="352056"/>
                  </a:lnTo>
                  <a:lnTo>
                    <a:pt x="2799600" y="352056"/>
                  </a:lnTo>
                  <a:lnTo>
                    <a:pt x="2799600" y="271475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7943710" y="4568733"/>
            <a:ext cx="13843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1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10247" y="5163017"/>
            <a:ext cx="2402205" cy="12738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Final</a:t>
            </a:r>
            <a:r>
              <a:rPr sz="1800" spc="-6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Bill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3000"/>
              </a:lnSpc>
              <a:spcBef>
                <a:spcPts val="720"/>
              </a:spcBef>
            </a:pP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Displays</a:t>
            </a:r>
            <a:r>
              <a:rPr sz="1450" spc="1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itemized</a:t>
            </a:r>
            <a:r>
              <a:rPr sz="1450" spc="1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bill</a:t>
            </a:r>
            <a:r>
              <a:rPr sz="1450" spc="1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with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subtotal,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discount,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9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final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amount.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3771900" cy="777011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05134" y="473120"/>
            <a:ext cx="4504055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40" dirty="0"/>
              <a:t>12.</a:t>
            </a:r>
            <a:r>
              <a:rPr spc="-40" dirty="0"/>
              <a:t> </a:t>
            </a:r>
            <a:r>
              <a:rPr spc="-180" dirty="0"/>
              <a:t>PROJECT</a:t>
            </a:r>
            <a:r>
              <a:rPr spc="-40" dirty="0"/>
              <a:t> </a:t>
            </a:r>
            <a:r>
              <a:rPr spc="-20" dirty="0"/>
              <a:t>PHOTOS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4405134" y="1289877"/>
            <a:ext cx="4803140" cy="121602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ct val="134000"/>
              </a:lnSpc>
              <a:spcBef>
                <a:spcPts val="140"/>
              </a:spcBef>
            </a:pP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Below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are</a:t>
            </a:r>
            <a:r>
              <a:rPr sz="1450" spc="1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images</a:t>
            </a:r>
            <a:r>
              <a:rPr sz="1450" spc="1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showcasing</a:t>
            </a:r>
            <a:r>
              <a:rPr sz="1450" spc="1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450" spc="1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E-</a:t>
            </a:r>
            <a:r>
              <a:rPr sz="1450" spc="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Commerce</a:t>
            </a:r>
            <a:r>
              <a:rPr sz="1450" spc="1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 System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interface,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demonstrating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its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functionality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from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listing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checkout,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including</a:t>
            </a:r>
            <a:r>
              <a:rPr sz="1450" spc="10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1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management </a:t>
            </a:r>
            <a:r>
              <a:rPr sz="1450" spc="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features.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5696" y="2866644"/>
            <a:ext cx="4978907" cy="20787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5696" y="5096255"/>
            <a:ext cx="4978907" cy="20703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7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25" dirty="0"/>
              <a:t>13.</a:t>
            </a:r>
            <a:r>
              <a:rPr spc="-90" dirty="0"/>
              <a:t> </a:t>
            </a:r>
            <a:r>
              <a:rPr spc="-80" dirty="0"/>
              <a:t>CONCLUSION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633238" y="2228661"/>
            <a:ext cx="8728710" cy="629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7000"/>
              </a:lnSpc>
              <a:spcBef>
                <a:spcPts val="95"/>
              </a:spcBef>
            </a:pP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This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project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successfully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demonstrates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practical</a:t>
            </a:r>
            <a:r>
              <a:rPr sz="1450" spc="1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application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fundamental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data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structures</a:t>
            </a:r>
            <a:r>
              <a:rPr sz="1450" spc="1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(Hash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Table,</a:t>
            </a:r>
            <a:r>
              <a:rPr sz="1450" spc="1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Linked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List,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Stack)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implementing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real-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world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e-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commerce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cart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system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language.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5412" y="3101339"/>
            <a:ext cx="419100" cy="410845"/>
          </a:xfrm>
          <a:custGeom>
            <a:avLst/>
            <a:gdLst/>
            <a:ahLst/>
            <a:cxnLst/>
            <a:rect l="l" t="t" r="r" b="b"/>
            <a:pathLst>
              <a:path w="419100" h="410845">
                <a:moveTo>
                  <a:pt x="399092" y="0"/>
                </a:moveTo>
                <a:lnTo>
                  <a:pt x="20012" y="0"/>
                </a:lnTo>
                <a:lnTo>
                  <a:pt x="17071" y="584"/>
                </a:lnTo>
                <a:lnTo>
                  <a:pt x="0" y="20002"/>
                </a:lnTo>
                <a:lnTo>
                  <a:pt x="0" y="387642"/>
                </a:lnTo>
                <a:lnTo>
                  <a:pt x="0" y="390702"/>
                </a:lnTo>
                <a:lnTo>
                  <a:pt x="20012" y="410718"/>
                </a:lnTo>
                <a:lnTo>
                  <a:pt x="399092" y="410718"/>
                </a:lnTo>
                <a:lnTo>
                  <a:pt x="419100" y="390702"/>
                </a:lnTo>
                <a:lnTo>
                  <a:pt x="419100" y="20002"/>
                </a:lnTo>
                <a:lnTo>
                  <a:pt x="402035" y="584"/>
                </a:lnTo>
                <a:lnTo>
                  <a:pt x="399092" y="0"/>
                </a:lnTo>
                <a:close/>
              </a:path>
            </a:pathLst>
          </a:custGeom>
          <a:solidFill>
            <a:srgbClr val="F0ED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32941" y="3118010"/>
            <a:ext cx="2187575" cy="1877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03225">
              <a:lnSpc>
                <a:spcPct val="107000"/>
              </a:lnSpc>
              <a:spcBef>
                <a:spcPts val="9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Efficient</a:t>
            </a:r>
            <a:r>
              <a:rPr sz="1800" spc="8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Product Lookup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4000"/>
              </a:lnSpc>
              <a:spcBef>
                <a:spcPts val="635"/>
              </a:spcBef>
            </a:pP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Showcased</a:t>
            </a:r>
            <a:r>
              <a:rPr sz="1450" spc="1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1450" spc="1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Hash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Tables</a:t>
            </a:r>
            <a:r>
              <a:rPr sz="1450" spc="2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8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(O(1)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average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case)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2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quick</a:t>
            </a:r>
            <a:r>
              <a:rPr sz="1450" spc="2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product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retrieval.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6170" y="3101339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5" h="410845">
                <a:moveTo>
                  <a:pt x="390702" y="0"/>
                </a:moveTo>
                <a:lnTo>
                  <a:pt x="20002" y="0"/>
                </a:lnTo>
                <a:lnTo>
                  <a:pt x="17068" y="584"/>
                </a:lnTo>
                <a:lnTo>
                  <a:pt x="0" y="20002"/>
                </a:lnTo>
                <a:lnTo>
                  <a:pt x="0" y="387642"/>
                </a:lnTo>
                <a:lnTo>
                  <a:pt x="0" y="390702"/>
                </a:lnTo>
                <a:lnTo>
                  <a:pt x="20002" y="410718"/>
                </a:lnTo>
                <a:lnTo>
                  <a:pt x="390702" y="410718"/>
                </a:lnTo>
                <a:lnTo>
                  <a:pt x="410718" y="390702"/>
                </a:lnTo>
                <a:lnTo>
                  <a:pt x="410718" y="20002"/>
                </a:lnTo>
                <a:lnTo>
                  <a:pt x="393649" y="584"/>
                </a:lnTo>
                <a:lnTo>
                  <a:pt x="390702" y="0"/>
                </a:lnTo>
                <a:close/>
              </a:path>
            </a:pathLst>
          </a:custGeom>
          <a:solidFill>
            <a:srgbClr val="F0ED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1560" y="3108246"/>
            <a:ext cx="315214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002915" algn="l"/>
              </a:tabLst>
            </a:pPr>
            <a:r>
              <a:rPr sz="2150" spc="-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1</a:t>
            </a:r>
            <a:r>
              <a:rPr sz="21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	</a:t>
            </a:r>
            <a:r>
              <a:rPr sz="2150" spc="-7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21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1625" y="3118010"/>
            <a:ext cx="1911985" cy="1877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61010">
              <a:lnSpc>
                <a:spcPct val="107000"/>
              </a:lnSpc>
              <a:spcBef>
                <a:spcPts val="9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Dynamic</a:t>
            </a:r>
            <a:r>
              <a:rPr sz="1800" spc="95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Cart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Management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 indent="-635" algn="just">
              <a:lnSpc>
                <a:spcPct val="134000"/>
              </a:lnSpc>
              <a:spcBef>
                <a:spcPts val="635"/>
              </a:spcBef>
            </a:pP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Achieved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through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use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Linked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Lists</a:t>
            </a:r>
            <a:r>
              <a:rPr sz="1450" spc="1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flexible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</a:t>
            </a:r>
            <a:r>
              <a:rPr sz="1450" spc="7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addition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removal.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46926" y="3101339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5" h="410845">
                <a:moveTo>
                  <a:pt x="390702" y="0"/>
                </a:moveTo>
                <a:lnTo>
                  <a:pt x="20002" y="0"/>
                </a:lnTo>
                <a:lnTo>
                  <a:pt x="17068" y="584"/>
                </a:lnTo>
                <a:lnTo>
                  <a:pt x="0" y="20002"/>
                </a:lnTo>
                <a:lnTo>
                  <a:pt x="0" y="387642"/>
                </a:lnTo>
                <a:lnTo>
                  <a:pt x="0" y="390702"/>
                </a:lnTo>
                <a:lnTo>
                  <a:pt x="20002" y="410718"/>
                </a:lnTo>
                <a:lnTo>
                  <a:pt x="390702" y="410718"/>
                </a:lnTo>
                <a:lnTo>
                  <a:pt x="410718" y="390702"/>
                </a:lnTo>
                <a:lnTo>
                  <a:pt x="410718" y="20002"/>
                </a:lnTo>
                <a:lnTo>
                  <a:pt x="393649" y="584"/>
                </a:lnTo>
                <a:lnTo>
                  <a:pt x="390702" y="0"/>
                </a:lnTo>
                <a:close/>
              </a:path>
            </a:pathLst>
          </a:custGeom>
          <a:solidFill>
            <a:srgbClr val="F0ED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71411" y="3108246"/>
            <a:ext cx="1606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8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21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31046" y="3118010"/>
            <a:ext cx="1943100" cy="1583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13385">
              <a:lnSpc>
                <a:spcPct val="107000"/>
              </a:lnSpc>
              <a:spcBef>
                <a:spcPts val="95"/>
              </a:spcBef>
            </a:pPr>
            <a:r>
              <a:rPr sz="180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Intuitive</a:t>
            </a:r>
            <a:r>
              <a:rPr sz="1800" spc="15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800" spc="-2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Undo </a:t>
            </a:r>
            <a:r>
              <a:rPr sz="1800" spc="-10" dirty="0">
                <a:solidFill>
                  <a:srgbClr val="2C2820"/>
                </a:solidFill>
                <a:latin typeface="Georgia" panose="02040502050405020303"/>
                <a:cs typeface="Georgia" panose="02040502050405020303"/>
              </a:rPr>
              <a:t>Functionality</a:t>
            </a:r>
            <a:endParaRPr sz="180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ct val="135000"/>
              </a:lnSpc>
              <a:spcBef>
                <a:spcPts val="625"/>
              </a:spcBef>
            </a:pP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Implemented</a:t>
            </a:r>
            <a:r>
              <a:rPr sz="1450" spc="8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using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Stacks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easily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-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revert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last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removed</a:t>
            </a:r>
            <a:r>
              <a:rPr sz="1450" spc="11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item.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3232" y="5179127"/>
            <a:ext cx="8663940" cy="1198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95"/>
              </a:spcBef>
            </a:pP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Through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this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project,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we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have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gained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deep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understanding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data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structure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7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concepts,</a:t>
            </a:r>
            <a:r>
              <a:rPr sz="1450" spc="14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memory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management,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modular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programming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C.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system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is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2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fully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functional,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handles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edge</a:t>
            </a:r>
            <a:r>
              <a:rPr sz="1450" spc="1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cases,</a:t>
            </a:r>
            <a:r>
              <a:rPr sz="1450" spc="9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2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is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suitable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academic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learning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viva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examination.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This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project</a:t>
            </a:r>
            <a:r>
              <a:rPr sz="1450" spc="1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4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reinforces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importance</a:t>
            </a:r>
            <a:r>
              <a:rPr sz="1450" spc="15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of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choosing</a:t>
            </a:r>
            <a:r>
              <a:rPr sz="1450" spc="2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appropriate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data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5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structures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450" spc="20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solving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6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real-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world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10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problems</a:t>
            </a:r>
            <a:r>
              <a:rPr sz="1450" spc="204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450" spc="35" dirty="0">
                <a:solidFill>
                  <a:srgbClr val="2C2820"/>
                </a:solidFill>
                <a:latin typeface="Cambria" panose="02040503050406030204"/>
                <a:cs typeface="Cambria" panose="02040503050406030204"/>
              </a:rPr>
              <a:t>efficiently.</a:t>
            </a:r>
            <a:endParaRPr sz="145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E-Commerce-Cart-System-using-C-Language (1)</Template>
  <TotalTime>0</TotalTime>
  <Words>6319</Words>
  <Application>WPS Presentation</Application>
  <PresentationFormat>Custom</PresentationFormat>
  <Paragraphs>276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Georgia</vt:lpstr>
      <vt:lpstr>Cambria</vt:lpstr>
      <vt:lpstr>Microsoft YaHei</vt:lpstr>
      <vt:lpstr>Arial Unicode MS</vt:lpstr>
      <vt:lpstr>Calibri</vt:lpstr>
      <vt:lpstr>Office Theme</vt:lpstr>
      <vt:lpstr>E-Commerce Cart System using C Language</vt:lpstr>
      <vt:lpstr>1. INTRODUCTION</vt:lpstr>
      <vt:lpstr>2. ABSTRACT</vt:lpstr>
      <vt:lpstr>3. PROJECT APPROACH</vt:lpstr>
      <vt:lpstr>4. CHALLENGES / ROADBLOCKS</vt:lpstr>
      <vt:lpstr>5. PROJECT OUTCOMES</vt:lpstr>
      <vt:lpstr>6. PROBLEM STATEMENT</vt:lpstr>
      <vt:lpstr>7. RELATED WORK</vt:lpstr>
      <vt:lpstr>8. SYSTEM WORKFLOW</vt:lpstr>
      <vt:lpstr>9. FEATURES PROVIDED</vt:lpstr>
      <vt:lpstr>10. PROPOSED METHODOLOGY</vt:lpstr>
      <vt:lpstr>11. OUTPUT / RESULT</vt:lpstr>
      <vt:lpstr>12. PROJECT PHOTOS</vt:lpstr>
      <vt:lpstr>13.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 joshi</dc:creator>
  <cp:lastModifiedBy>WPS_1785416836</cp:lastModifiedBy>
  <cp:revision>2</cp:revision>
  <dcterms:created xsi:type="dcterms:W3CDTF">2025-12-20T03:44:00Z</dcterms:created>
  <dcterms:modified xsi:type="dcterms:W3CDTF">2026-10-02T13:45:03Z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2025-12-19T05:30:00Z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2025-12-19T05:30:00Z</vt:filetime>
  </property>
  <property fmtid="{D5CDD505-2E9C-101B-9397-08002B2CF9AE}" pid="5" name="Producer">
    <vt:lpwstr>GPL Ghostscript 9.56.1</vt:lpwstr>
  </property>
  <property fmtid="{D5CDD505-2E9C-101B-9397-08002B2CF9AE}" pid="6" name="ICV">
    <vt:lpwstr>262FEF67E77547CD85C8534835F7D5A2_12</vt:lpwstr>
  </property>
  <property fmtid="{D5CDD505-2E9C-101B-9397-08002B2CF9AE}" pid="7" name="KSOProductBuildVer">
    <vt:lpwstr>1033-12.1.0.28485</vt:lpwstr>
  </property>
</Properties>
</file>